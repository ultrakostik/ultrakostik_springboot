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Nunito SemiBold"/>
      <p:regular r:id="rId14"/>
      <p:bold r:id="rId15"/>
      <p:italic r:id="rId16"/>
      <p:boldItalic r:id="rId17"/>
    </p:embeddedFont>
    <p:embeddedFont>
      <p:font typeface="Roboto"/>
      <p:regular r:id="rId18"/>
      <p:bold r:id="rId19"/>
      <p:italic r:id="rId20"/>
      <p:boldItalic r:id="rId21"/>
    </p:embeddedFont>
    <p:embeddedFont>
      <p:font typeface="Nunito"/>
      <p:regular r:id="rId22"/>
      <p:bold r:id="rId23"/>
      <p:italic r:id="rId24"/>
      <p:boldItalic r:id="rId25"/>
    </p:embeddedFont>
    <p:embeddedFont>
      <p:font typeface="Inter"/>
      <p:regular r:id="rId26"/>
      <p:bold r:id="rId27"/>
      <p:italic r:id="rId28"/>
      <p:boldItalic r:id="rId29"/>
    </p:embeddedFont>
    <p:embeddedFont>
      <p:font typeface="Bitter"/>
      <p:regular r:id="rId30"/>
      <p:bold r:id="rId31"/>
      <p:italic r:id="rId32"/>
      <p:boldItalic r:id="rId33"/>
    </p:embeddedFont>
    <p:embeddedFont>
      <p:font typeface="PT Sans"/>
      <p:regular r:id="rId34"/>
      <p:bold r:id="rId35"/>
      <p:italic r:id="rId36"/>
      <p:boldItalic r:id="rId37"/>
    </p:embeddedFont>
    <p:embeddedFont>
      <p:font typeface="Bitter Medium"/>
      <p:regular r:id="rId38"/>
      <p:bold r:id="rId39"/>
      <p:italic r:id="rId40"/>
      <p:boldItalic r:id="rId41"/>
    </p:embeddedFont>
    <p:embeddedFont>
      <p:font typeface="Bitter SemiBold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14">
          <p15:clr>
            <a:srgbClr val="9AA0A6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A3E173E-AD55-44BF-9C08-AF31532855D0}">
  <a:tblStyle styleId="{CA3E173E-AD55-44BF-9C08-AF31532855D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14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itterMedium-italic.fntdata"/><Relationship Id="rId20" Type="http://schemas.openxmlformats.org/officeDocument/2006/relationships/font" Target="fonts/Roboto-italic.fntdata"/><Relationship Id="rId42" Type="http://schemas.openxmlformats.org/officeDocument/2006/relationships/font" Target="fonts/BitterSemiBold-regular.fntdata"/><Relationship Id="rId41" Type="http://schemas.openxmlformats.org/officeDocument/2006/relationships/font" Target="fonts/BitterMedium-boldItalic.fntdata"/><Relationship Id="rId22" Type="http://schemas.openxmlformats.org/officeDocument/2006/relationships/font" Target="fonts/Nunito-regular.fntdata"/><Relationship Id="rId44" Type="http://schemas.openxmlformats.org/officeDocument/2006/relationships/font" Target="fonts/BitterSemiBold-italic.fntdata"/><Relationship Id="rId21" Type="http://schemas.openxmlformats.org/officeDocument/2006/relationships/font" Target="fonts/Roboto-boldItalic.fntdata"/><Relationship Id="rId43" Type="http://schemas.openxmlformats.org/officeDocument/2006/relationships/font" Target="fonts/BitterSemiBold-bold.fntdata"/><Relationship Id="rId24" Type="http://schemas.openxmlformats.org/officeDocument/2006/relationships/font" Target="fonts/Nunito-italic.fntdata"/><Relationship Id="rId23" Type="http://schemas.openxmlformats.org/officeDocument/2006/relationships/font" Target="fonts/Nunito-bold.fntdata"/><Relationship Id="rId45" Type="http://schemas.openxmlformats.org/officeDocument/2006/relationships/font" Target="fonts/Bitter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regular.fntdata"/><Relationship Id="rId25" Type="http://schemas.openxmlformats.org/officeDocument/2006/relationships/font" Target="fonts/Nunito-boldItalic.fntdata"/><Relationship Id="rId28" Type="http://schemas.openxmlformats.org/officeDocument/2006/relationships/font" Target="fonts/Inter-italic.fntdata"/><Relationship Id="rId27" Type="http://schemas.openxmlformats.org/officeDocument/2006/relationships/font" Target="fonts/Inter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Bitter-bold.fntdata"/><Relationship Id="rId30" Type="http://schemas.openxmlformats.org/officeDocument/2006/relationships/font" Target="fonts/Bitter-regular.fntdata"/><Relationship Id="rId11" Type="http://schemas.openxmlformats.org/officeDocument/2006/relationships/slide" Target="slides/slide5.xml"/><Relationship Id="rId33" Type="http://schemas.openxmlformats.org/officeDocument/2006/relationships/font" Target="fonts/Bitter-boldItalic.fntdata"/><Relationship Id="rId10" Type="http://schemas.openxmlformats.org/officeDocument/2006/relationships/slide" Target="slides/slide4.xml"/><Relationship Id="rId32" Type="http://schemas.openxmlformats.org/officeDocument/2006/relationships/font" Target="fonts/Bitter-italic.fntdata"/><Relationship Id="rId13" Type="http://schemas.openxmlformats.org/officeDocument/2006/relationships/slide" Target="slides/slide7.xml"/><Relationship Id="rId35" Type="http://schemas.openxmlformats.org/officeDocument/2006/relationships/font" Target="fonts/PTSans-bold.fntdata"/><Relationship Id="rId12" Type="http://schemas.openxmlformats.org/officeDocument/2006/relationships/slide" Target="slides/slide6.xml"/><Relationship Id="rId34" Type="http://schemas.openxmlformats.org/officeDocument/2006/relationships/font" Target="fonts/PTSans-regular.fntdata"/><Relationship Id="rId15" Type="http://schemas.openxmlformats.org/officeDocument/2006/relationships/font" Target="fonts/NunitoSemiBold-bold.fntdata"/><Relationship Id="rId37" Type="http://schemas.openxmlformats.org/officeDocument/2006/relationships/font" Target="fonts/PTSans-boldItalic.fntdata"/><Relationship Id="rId14" Type="http://schemas.openxmlformats.org/officeDocument/2006/relationships/font" Target="fonts/NunitoSemiBold-regular.fntdata"/><Relationship Id="rId36" Type="http://schemas.openxmlformats.org/officeDocument/2006/relationships/font" Target="fonts/PTSans-italic.fntdata"/><Relationship Id="rId17" Type="http://schemas.openxmlformats.org/officeDocument/2006/relationships/font" Target="fonts/NunitoSemiBold-boldItalic.fntdata"/><Relationship Id="rId39" Type="http://schemas.openxmlformats.org/officeDocument/2006/relationships/font" Target="fonts/BitterMedium-bold.fntdata"/><Relationship Id="rId16" Type="http://schemas.openxmlformats.org/officeDocument/2006/relationships/font" Target="fonts/NunitoSemiBold-italic.fntdata"/><Relationship Id="rId38" Type="http://schemas.openxmlformats.org/officeDocument/2006/relationships/font" Target="fonts/BitterMedium-regular.fntdata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202bdaa549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202bdaa549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h209c70f82f84917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h209c70f82f84917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" name="Google Shape;51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7" name="Google Shape;53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202bdaa549c_0_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202bdaa549c_0_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400" y="539375"/>
            <a:ext cx="52488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400" y="4142400"/>
            <a:ext cx="524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398450" y="474125"/>
            <a:ext cx="130500" cy="130500"/>
          </a:xfrm>
          <a:prstGeom prst="star4">
            <a:avLst>
              <a:gd fmla="val 2019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6034575" y="4663475"/>
            <a:ext cx="130500" cy="130500"/>
          </a:xfrm>
          <a:prstGeom prst="star4">
            <a:avLst>
              <a:gd fmla="val 2019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5" name="Google Shape;15;p3"/>
          <p:cNvSpPr/>
          <p:nvPr/>
        </p:nvSpPr>
        <p:spPr>
          <a:xfrm>
            <a:off x="6918375" y="0"/>
            <a:ext cx="2253000" cy="1370750"/>
          </a:xfrm>
          <a:custGeom>
            <a:rect b="b" l="l" r="r" t="t"/>
            <a:pathLst>
              <a:path extrusionOk="0" h="54830" w="90120">
                <a:moveTo>
                  <a:pt x="0" y="0"/>
                </a:moveTo>
                <a:cubicBezTo>
                  <a:pt x="0" y="10458"/>
                  <a:pt x="19012" y="13350"/>
                  <a:pt x="29267" y="11301"/>
                </a:cubicBezTo>
                <a:cubicBezTo>
                  <a:pt x="37983" y="9560"/>
                  <a:pt x="47755" y="7223"/>
                  <a:pt x="55926" y="10722"/>
                </a:cubicBezTo>
                <a:cubicBezTo>
                  <a:pt x="62832" y="13680"/>
                  <a:pt x="49951" y="26058"/>
                  <a:pt x="52739" y="33034"/>
                </a:cubicBezTo>
                <a:cubicBezTo>
                  <a:pt x="55608" y="40214"/>
                  <a:pt x="68712" y="34270"/>
                  <a:pt x="75341" y="38250"/>
                </a:cubicBezTo>
                <a:cubicBezTo>
                  <a:pt x="78855" y="40360"/>
                  <a:pt x="75090" y="46839"/>
                  <a:pt x="77080" y="50421"/>
                </a:cubicBezTo>
                <a:cubicBezTo>
                  <a:pt x="79253" y="54332"/>
                  <a:pt x="86397" y="56090"/>
                  <a:pt x="90120" y="53608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7979625" y="408875"/>
            <a:ext cx="130500" cy="130500"/>
          </a:xfrm>
          <a:prstGeom prst="star4">
            <a:avLst>
              <a:gd fmla="val 2019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" name="Google Shape;17;p3"/>
          <p:cNvGrpSpPr/>
          <p:nvPr/>
        </p:nvGrpSpPr>
        <p:grpSpPr>
          <a:xfrm rot="1589238">
            <a:off x="-734037" y="-45036"/>
            <a:ext cx="1168822" cy="1168822"/>
            <a:chOff x="-738900" y="340475"/>
            <a:chExt cx="738900" cy="738900"/>
          </a:xfrm>
        </p:grpSpPr>
        <p:sp>
          <p:nvSpPr>
            <p:cNvPr id="18" name="Google Shape;18;p3"/>
            <p:cNvSpPr/>
            <p:nvPr/>
          </p:nvSpPr>
          <p:spPr>
            <a:xfrm>
              <a:off x="-738900" y="340475"/>
              <a:ext cx="738900" cy="738900"/>
            </a:xfrm>
            <a:prstGeom prst="roundRect">
              <a:avLst>
                <a:gd fmla="val 24509" name="adj"/>
              </a:avLst>
            </a:prstGeom>
            <a:solidFill>
              <a:schemeClr val="accent5"/>
            </a:solidFill>
            <a:ln cap="flat" cmpd="sng" w="152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-738900" y="340475"/>
              <a:ext cx="738900" cy="738900"/>
            </a:xfrm>
            <a:prstGeom prst="roundRect">
              <a:avLst>
                <a:gd fmla="val 24509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-475882" y="554865"/>
              <a:ext cx="212866" cy="310118"/>
            </a:xfrm>
            <a:custGeom>
              <a:rect b="b" l="l" r="r" t="t"/>
              <a:pathLst>
                <a:path extrusionOk="0" h="6671" w="4579">
                  <a:moveTo>
                    <a:pt x="2076" y="1"/>
                  </a:moveTo>
                  <a:cubicBezTo>
                    <a:pt x="1775" y="1"/>
                    <a:pt x="1490" y="26"/>
                    <a:pt x="1239" y="68"/>
                  </a:cubicBezTo>
                  <a:cubicBezTo>
                    <a:pt x="988" y="109"/>
                    <a:pt x="770" y="176"/>
                    <a:pt x="586" y="260"/>
                  </a:cubicBezTo>
                  <a:cubicBezTo>
                    <a:pt x="402" y="352"/>
                    <a:pt x="260" y="461"/>
                    <a:pt x="151" y="603"/>
                  </a:cubicBezTo>
                  <a:cubicBezTo>
                    <a:pt x="51" y="737"/>
                    <a:pt x="0" y="896"/>
                    <a:pt x="0" y="1072"/>
                  </a:cubicBezTo>
                  <a:cubicBezTo>
                    <a:pt x="0" y="1256"/>
                    <a:pt x="42" y="1407"/>
                    <a:pt x="126" y="1541"/>
                  </a:cubicBezTo>
                  <a:cubicBezTo>
                    <a:pt x="210" y="1666"/>
                    <a:pt x="310" y="1775"/>
                    <a:pt x="427" y="1867"/>
                  </a:cubicBezTo>
                  <a:cubicBezTo>
                    <a:pt x="586" y="1767"/>
                    <a:pt x="787" y="1683"/>
                    <a:pt x="1030" y="1608"/>
                  </a:cubicBezTo>
                  <a:cubicBezTo>
                    <a:pt x="1281" y="1532"/>
                    <a:pt x="1549" y="1490"/>
                    <a:pt x="1833" y="1490"/>
                  </a:cubicBezTo>
                  <a:cubicBezTo>
                    <a:pt x="2143" y="1490"/>
                    <a:pt x="2369" y="1541"/>
                    <a:pt x="2494" y="1633"/>
                  </a:cubicBezTo>
                  <a:cubicBezTo>
                    <a:pt x="2628" y="1733"/>
                    <a:pt x="2687" y="1842"/>
                    <a:pt x="2687" y="1976"/>
                  </a:cubicBezTo>
                  <a:cubicBezTo>
                    <a:pt x="2695" y="2218"/>
                    <a:pt x="2520" y="2386"/>
                    <a:pt x="2176" y="2478"/>
                  </a:cubicBezTo>
                  <a:lnTo>
                    <a:pt x="1365" y="2679"/>
                  </a:lnTo>
                  <a:cubicBezTo>
                    <a:pt x="1139" y="2737"/>
                    <a:pt x="971" y="2821"/>
                    <a:pt x="854" y="2930"/>
                  </a:cubicBezTo>
                  <a:cubicBezTo>
                    <a:pt x="745" y="3039"/>
                    <a:pt x="687" y="3198"/>
                    <a:pt x="687" y="3415"/>
                  </a:cubicBezTo>
                  <a:cubicBezTo>
                    <a:pt x="687" y="3633"/>
                    <a:pt x="745" y="3825"/>
                    <a:pt x="846" y="3993"/>
                  </a:cubicBezTo>
                  <a:cubicBezTo>
                    <a:pt x="954" y="4152"/>
                    <a:pt x="1063" y="4269"/>
                    <a:pt x="1180" y="4328"/>
                  </a:cubicBezTo>
                  <a:lnTo>
                    <a:pt x="2235" y="4110"/>
                  </a:lnTo>
                  <a:cubicBezTo>
                    <a:pt x="3800" y="3792"/>
                    <a:pt x="4578" y="3081"/>
                    <a:pt x="4578" y="1967"/>
                  </a:cubicBezTo>
                  <a:cubicBezTo>
                    <a:pt x="4570" y="1382"/>
                    <a:pt x="4361" y="904"/>
                    <a:pt x="3942" y="536"/>
                  </a:cubicBezTo>
                  <a:cubicBezTo>
                    <a:pt x="3515" y="176"/>
                    <a:pt x="2896" y="1"/>
                    <a:pt x="2076" y="1"/>
                  </a:cubicBezTo>
                  <a:close/>
                  <a:moveTo>
                    <a:pt x="1880" y="4712"/>
                  </a:moveTo>
                  <a:cubicBezTo>
                    <a:pt x="1867" y="4712"/>
                    <a:pt x="1855" y="4712"/>
                    <a:pt x="1842" y="4713"/>
                  </a:cubicBezTo>
                  <a:cubicBezTo>
                    <a:pt x="1532" y="4713"/>
                    <a:pt x="1281" y="4805"/>
                    <a:pt x="1105" y="4989"/>
                  </a:cubicBezTo>
                  <a:cubicBezTo>
                    <a:pt x="929" y="5173"/>
                    <a:pt x="846" y="5407"/>
                    <a:pt x="846" y="5692"/>
                  </a:cubicBezTo>
                  <a:cubicBezTo>
                    <a:pt x="846" y="5976"/>
                    <a:pt x="938" y="6211"/>
                    <a:pt x="1113" y="6395"/>
                  </a:cubicBezTo>
                  <a:cubicBezTo>
                    <a:pt x="1289" y="6579"/>
                    <a:pt x="1540" y="6671"/>
                    <a:pt x="1850" y="6671"/>
                  </a:cubicBezTo>
                  <a:cubicBezTo>
                    <a:pt x="2160" y="6663"/>
                    <a:pt x="2411" y="6570"/>
                    <a:pt x="2586" y="6386"/>
                  </a:cubicBezTo>
                  <a:cubicBezTo>
                    <a:pt x="2762" y="6202"/>
                    <a:pt x="2846" y="5968"/>
                    <a:pt x="2846" y="5683"/>
                  </a:cubicBezTo>
                  <a:cubicBezTo>
                    <a:pt x="2846" y="5399"/>
                    <a:pt x="2754" y="5164"/>
                    <a:pt x="2578" y="4980"/>
                  </a:cubicBezTo>
                  <a:cubicBezTo>
                    <a:pt x="2402" y="4804"/>
                    <a:pt x="2171" y="4712"/>
                    <a:pt x="1880" y="47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"/>
          <p:cNvSpPr/>
          <p:nvPr/>
        </p:nvSpPr>
        <p:spPr>
          <a:xfrm>
            <a:off x="8863450" y="1509100"/>
            <a:ext cx="130500" cy="130500"/>
          </a:xfrm>
          <a:prstGeom prst="star4">
            <a:avLst>
              <a:gd fmla="val 2019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" name="Google Shape;22;p3"/>
          <p:cNvGrpSpPr/>
          <p:nvPr/>
        </p:nvGrpSpPr>
        <p:grpSpPr>
          <a:xfrm rot="1286923">
            <a:off x="1041659" y="4900224"/>
            <a:ext cx="1910096" cy="731356"/>
            <a:chOff x="4122025" y="3191125"/>
            <a:chExt cx="1644600" cy="629700"/>
          </a:xfrm>
        </p:grpSpPr>
        <p:sp>
          <p:nvSpPr>
            <p:cNvPr id="23" name="Google Shape;23;p3"/>
            <p:cNvSpPr/>
            <p:nvPr/>
          </p:nvSpPr>
          <p:spPr>
            <a:xfrm>
              <a:off x="4122025" y="3191125"/>
              <a:ext cx="1644600" cy="629700"/>
            </a:xfrm>
            <a:prstGeom prst="ellipse">
              <a:avLst/>
            </a:prstGeom>
            <a:solidFill>
              <a:schemeClr val="accent5"/>
            </a:solidFill>
            <a:ln cap="flat" cmpd="sng" w="152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4122025" y="3191125"/>
              <a:ext cx="1644600" cy="62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" name="Google Shape;25;p3"/>
            <p:cNvGrpSpPr/>
            <p:nvPr/>
          </p:nvGrpSpPr>
          <p:grpSpPr>
            <a:xfrm>
              <a:off x="4618275" y="3440725"/>
              <a:ext cx="652100" cy="130500"/>
              <a:chOff x="4549450" y="3462800"/>
              <a:chExt cx="652100" cy="130500"/>
            </a:xfrm>
          </p:grpSpPr>
          <p:sp>
            <p:nvSpPr>
              <p:cNvPr id="26" name="Google Shape;26;p3"/>
              <p:cNvSpPr/>
              <p:nvPr/>
            </p:nvSpPr>
            <p:spPr>
              <a:xfrm>
                <a:off x="4549450" y="3462800"/>
                <a:ext cx="130500" cy="130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p3"/>
              <p:cNvSpPr/>
              <p:nvPr/>
            </p:nvSpPr>
            <p:spPr>
              <a:xfrm>
                <a:off x="4810250" y="3462800"/>
                <a:ext cx="130500" cy="130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28;p3"/>
              <p:cNvSpPr/>
              <p:nvPr/>
            </p:nvSpPr>
            <p:spPr>
              <a:xfrm>
                <a:off x="5071050" y="3462800"/>
                <a:ext cx="130500" cy="130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2" type="title"/>
          </p:nvPr>
        </p:nvSpPr>
        <p:spPr>
          <a:xfrm>
            <a:off x="2139225" y="1821475"/>
            <a:ext cx="2394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2" name="Google Shape;32;p4"/>
          <p:cNvSpPr txBox="1"/>
          <p:nvPr>
            <p:ph idx="1" type="subTitle"/>
          </p:nvPr>
        </p:nvSpPr>
        <p:spPr>
          <a:xfrm>
            <a:off x="2139225" y="2243957"/>
            <a:ext cx="2394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3" type="title"/>
          </p:nvPr>
        </p:nvSpPr>
        <p:spPr>
          <a:xfrm>
            <a:off x="6035875" y="1821475"/>
            <a:ext cx="2394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4" name="Google Shape;34;p4"/>
          <p:cNvSpPr txBox="1"/>
          <p:nvPr>
            <p:ph idx="4" type="subTitle"/>
          </p:nvPr>
        </p:nvSpPr>
        <p:spPr>
          <a:xfrm>
            <a:off x="6035875" y="2243957"/>
            <a:ext cx="2394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5" type="title"/>
          </p:nvPr>
        </p:nvSpPr>
        <p:spPr>
          <a:xfrm>
            <a:off x="2139225" y="3271969"/>
            <a:ext cx="2394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6" name="Google Shape;36;p4"/>
          <p:cNvSpPr txBox="1"/>
          <p:nvPr>
            <p:ph idx="6" type="subTitle"/>
          </p:nvPr>
        </p:nvSpPr>
        <p:spPr>
          <a:xfrm>
            <a:off x="2139225" y="3694450"/>
            <a:ext cx="2394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7" type="title"/>
          </p:nvPr>
        </p:nvSpPr>
        <p:spPr>
          <a:xfrm>
            <a:off x="6035875" y="3271969"/>
            <a:ext cx="2394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8" name="Google Shape;38;p4"/>
          <p:cNvSpPr txBox="1"/>
          <p:nvPr>
            <p:ph idx="8" type="subTitle"/>
          </p:nvPr>
        </p:nvSpPr>
        <p:spPr>
          <a:xfrm>
            <a:off x="6035875" y="3694450"/>
            <a:ext cx="2394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9" type="title"/>
          </p:nvPr>
        </p:nvSpPr>
        <p:spPr>
          <a:xfrm>
            <a:off x="945899" y="2009467"/>
            <a:ext cx="73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4"/>
          <p:cNvSpPr txBox="1"/>
          <p:nvPr>
            <p:ph idx="13" type="title"/>
          </p:nvPr>
        </p:nvSpPr>
        <p:spPr>
          <a:xfrm>
            <a:off x="945899" y="3459475"/>
            <a:ext cx="73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4"/>
          <p:cNvSpPr txBox="1"/>
          <p:nvPr>
            <p:ph idx="14" type="title"/>
          </p:nvPr>
        </p:nvSpPr>
        <p:spPr>
          <a:xfrm>
            <a:off x="4825625" y="2009467"/>
            <a:ext cx="73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2" name="Google Shape;42;p4"/>
          <p:cNvSpPr txBox="1"/>
          <p:nvPr>
            <p:ph idx="15" type="title"/>
          </p:nvPr>
        </p:nvSpPr>
        <p:spPr>
          <a:xfrm>
            <a:off x="4825625" y="3459475"/>
            <a:ext cx="73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43" name="Google Shape;43;p4"/>
          <p:cNvGrpSpPr/>
          <p:nvPr/>
        </p:nvGrpSpPr>
        <p:grpSpPr>
          <a:xfrm>
            <a:off x="0" y="0"/>
            <a:ext cx="1702425" cy="1369175"/>
            <a:chOff x="0" y="0"/>
            <a:chExt cx="1702425" cy="1369175"/>
          </a:xfrm>
        </p:grpSpPr>
        <p:sp>
          <p:nvSpPr>
            <p:cNvPr id="44" name="Google Shape;44;p4"/>
            <p:cNvSpPr/>
            <p:nvPr/>
          </p:nvSpPr>
          <p:spPr>
            <a:xfrm>
              <a:off x="1211900" y="539375"/>
              <a:ext cx="130500" cy="130500"/>
            </a:xfrm>
            <a:prstGeom prst="star4">
              <a:avLst>
                <a:gd fmla="val 20192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191750" y="1238675"/>
              <a:ext cx="130500" cy="130500"/>
            </a:xfrm>
            <a:prstGeom prst="star4">
              <a:avLst>
                <a:gd fmla="val 20192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4"/>
            <p:cNvSpPr/>
            <p:nvPr/>
          </p:nvSpPr>
          <p:spPr>
            <a:xfrm>
              <a:off x="222375" y="227800"/>
              <a:ext cx="130500" cy="130500"/>
            </a:xfrm>
            <a:prstGeom prst="star4">
              <a:avLst>
                <a:gd fmla="val 20192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4"/>
            <p:cNvSpPr/>
            <p:nvPr/>
          </p:nvSpPr>
          <p:spPr>
            <a:xfrm>
              <a:off x="0" y="0"/>
              <a:ext cx="1702425" cy="1369175"/>
            </a:xfrm>
            <a:custGeom>
              <a:rect b="b" l="l" r="r" t="t"/>
              <a:pathLst>
                <a:path extrusionOk="0" h="54767" w="68097">
                  <a:moveTo>
                    <a:pt x="0" y="54767"/>
                  </a:moveTo>
                  <a:cubicBezTo>
                    <a:pt x="785" y="50061"/>
                    <a:pt x="2811" y="43272"/>
                    <a:pt x="7534" y="42597"/>
                  </a:cubicBezTo>
                  <a:cubicBezTo>
                    <a:pt x="13856" y="41693"/>
                    <a:pt x="21345" y="44981"/>
                    <a:pt x="26659" y="41438"/>
                  </a:cubicBezTo>
                  <a:cubicBezTo>
                    <a:pt x="34856" y="35972"/>
                    <a:pt x="32370" y="20822"/>
                    <a:pt x="40568" y="15358"/>
                  </a:cubicBezTo>
                  <a:cubicBezTo>
                    <a:pt x="44136" y="12980"/>
                    <a:pt x="48907" y="13350"/>
                    <a:pt x="53029" y="12171"/>
                  </a:cubicBezTo>
                  <a:cubicBezTo>
                    <a:pt x="59237" y="10396"/>
                    <a:pt x="64513" y="5370"/>
                    <a:pt x="68097" y="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" name="Google Shape;48;p4"/>
          <p:cNvGrpSpPr/>
          <p:nvPr/>
        </p:nvGrpSpPr>
        <p:grpSpPr>
          <a:xfrm>
            <a:off x="7053114" y="3271975"/>
            <a:ext cx="2140087" cy="1886093"/>
            <a:chOff x="7053114" y="3271975"/>
            <a:chExt cx="2140087" cy="1886093"/>
          </a:xfrm>
        </p:grpSpPr>
        <p:sp>
          <p:nvSpPr>
            <p:cNvPr id="49" name="Google Shape;49;p4"/>
            <p:cNvSpPr/>
            <p:nvPr/>
          </p:nvSpPr>
          <p:spPr>
            <a:xfrm>
              <a:off x="7053114" y="3271975"/>
              <a:ext cx="2140087" cy="1886093"/>
            </a:xfrm>
            <a:custGeom>
              <a:rect b="b" l="l" r="r" t="t"/>
              <a:pathLst>
                <a:path extrusionOk="0" h="86064" w="97654">
                  <a:moveTo>
                    <a:pt x="0" y="86064"/>
                  </a:moveTo>
                  <a:cubicBezTo>
                    <a:pt x="15534" y="84509"/>
                    <a:pt x="32688" y="85693"/>
                    <a:pt x="46074" y="77660"/>
                  </a:cubicBezTo>
                  <a:cubicBezTo>
                    <a:pt x="51580" y="74356"/>
                    <a:pt x="47065" y="62078"/>
                    <a:pt x="53028" y="59694"/>
                  </a:cubicBezTo>
                  <a:cubicBezTo>
                    <a:pt x="61863" y="56161"/>
                    <a:pt x="76149" y="70510"/>
                    <a:pt x="81426" y="62592"/>
                  </a:cubicBezTo>
                  <a:cubicBezTo>
                    <a:pt x="89705" y="50170"/>
                    <a:pt x="60623" y="36041"/>
                    <a:pt x="63750" y="21444"/>
                  </a:cubicBezTo>
                  <a:cubicBezTo>
                    <a:pt x="64468" y="18090"/>
                    <a:pt x="66002" y="13835"/>
                    <a:pt x="69256" y="12751"/>
                  </a:cubicBezTo>
                  <a:cubicBezTo>
                    <a:pt x="74289" y="11074"/>
                    <a:pt x="79871" y="17324"/>
                    <a:pt x="84904" y="15648"/>
                  </a:cubicBezTo>
                  <a:cubicBezTo>
                    <a:pt x="91288" y="13523"/>
                    <a:pt x="92273" y="4039"/>
                    <a:pt x="97654" y="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>
              <a:off x="8768950" y="3799675"/>
              <a:ext cx="130500" cy="130500"/>
            </a:xfrm>
            <a:prstGeom prst="star4">
              <a:avLst>
                <a:gd fmla="val 20192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4"/>
            <p:cNvSpPr/>
            <p:nvPr/>
          </p:nvSpPr>
          <p:spPr>
            <a:xfrm>
              <a:off x="7670350" y="4758525"/>
              <a:ext cx="130500" cy="130500"/>
            </a:xfrm>
            <a:prstGeom prst="star4">
              <a:avLst>
                <a:gd fmla="val 20192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 txBox="1"/>
          <p:nvPr>
            <p:ph type="title"/>
          </p:nvPr>
        </p:nvSpPr>
        <p:spPr>
          <a:xfrm>
            <a:off x="713401" y="1941825"/>
            <a:ext cx="3198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4" name="Google Shape;54;p5"/>
          <p:cNvSpPr txBox="1"/>
          <p:nvPr>
            <p:ph idx="2" type="title"/>
          </p:nvPr>
        </p:nvSpPr>
        <p:spPr>
          <a:xfrm>
            <a:off x="713400" y="766413"/>
            <a:ext cx="12483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55" name="Google Shape;55;p5"/>
          <p:cNvSpPr txBox="1"/>
          <p:nvPr>
            <p:ph idx="1" type="subTitle"/>
          </p:nvPr>
        </p:nvSpPr>
        <p:spPr>
          <a:xfrm>
            <a:off x="713400" y="3798550"/>
            <a:ext cx="31980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"/>
          <p:cNvSpPr/>
          <p:nvPr/>
        </p:nvSpPr>
        <p:spPr>
          <a:xfrm>
            <a:off x="4591218" y="-13400"/>
            <a:ext cx="4569175" cy="4923900"/>
          </a:xfrm>
          <a:custGeom>
            <a:rect b="b" l="l" r="r" t="t"/>
            <a:pathLst>
              <a:path extrusionOk="0" h="196956" w="182767">
                <a:moveTo>
                  <a:pt x="13239" y="0"/>
                </a:moveTo>
                <a:cubicBezTo>
                  <a:pt x="4136" y="5458"/>
                  <a:pt x="-1940" y="18941"/>
                  <a:pt x="632" y="29238"/>
                </a:cubicBezTo>
                <a:cubicBezTo>
                  <a:pt x="3176" y="39423"/>
                  <a:pt x="13377" y="47947"/>
                  <a:pt x="23432" y="50965"/>
                </a:cubicBezTo>
                <a:cubicBezTo>
                  <a:pt x="37919" y="55313"/>
                  <a:pt x="54324" y="49679"/>
                  <a:pt x="68228" y="43723"/>
                </a:cubicBezTo>
                <a:cubicBezTo>
                  <a:pt x="73951" y="41271"/>
                  <a:pt x="77531" y="34705"/>
                  <a:pt x="83518" y="32993"/>
                </a:cubicBezTo>
                <a:cubicBezTo>
                  <a:pt x="91919" y="30591"/>
                  <a:pt x="105328" y="32885"/>
                  <a:pt x="108464" y="41040"/>
                </a:cubicBezTo>
                <a:cubicBezTo>
                  <a:pt x="113023" y="52895"/>
                  <a:pt x="108826" y="71841"/>
                  <a:pt x="97466" y="77521"/>
                </a:cubicBezTo>
                <a:cubicBezTo>
                  <a:pt x="79853" y="86328"/>
                  <a:pt x="57758" y="83372"/>
                  <a:pt x="40331" y="92542"/>
                </a:cubicBezTo>
                <a:cubicBezTo>
                  <a:pt x="29178" y="98410"/>
                  <a:pt x="20579" y="113328"/>
                  <a:pt x="22359" y="125804"/>
                </a:cubicBezTo>
                <a:cubicBezTo>
                  <a:pt x="23279" y="132251"/>
                  <a:pt x="30098" y="137524"/>
                  <a:pt x="36308" y="139484"/>
                </a:cubicBezTo>
                <a:cubicBezTo>
                  <a:pt x="49120" y="143529"/>
                  <a:pt x="62592" y="145712"/>
                  <a:pt x="76007" y="146459"/>
                </a:cubicBezTo>
                <a:cubicBezTo>
                  <a:pt x="90403" y="147261"/>
                  <a:pt x="105284" y="145079"/>
                  <a:pt x="119194" y="148873"/>
                </a:cubicBezTo>
                <a:cubicBezTo>
                  <a:pt x="132894" y="152610"/>
                  <a:pt x="132003" y="174251"/>
                  <a:pt x="139312" y="186426"/>
                </a:cubicBezTo>
                <a:cubicBezTo>
                  <a:pt x="146878" y="199029"/>
                  <a:pt x="168820" y="198580"/>
                  <a:pt x="182767" y="193937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 txBox="1"/>
          <p:nvPr>
            <p:ph type="title"/>
          </p:nvPr>
        </p:nvSpPr>
        <p:spPr>
          <a:xfrm>
            <a:off x="2709325" y="1232550"/>
            <a:ext cx="3725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9" name="Google Shape;59;p6"/>
          <p:cNvSpPr txBox="1"/>
          <p:nvPr>
            <p:ph idx="1" type="subTitle"/>
          </p:nvPr>
        </p:nvSpPr>
        <p:spPr>
          <a:xfrm>
            <a:off x="2709325" y="2063850"/>
            <a:ext cx="3725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5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title"/>
          </p:nvPr>
        </p:nvSpPr>
        <p:spPr>
          <a:xfrm>
            <a:off x="3893000" y="3172050"/>
            <a:ext cx="438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" type="subTitle"/>
          </p:nvPr>
        </p:nvSpPr>
        <p:spPr>
          <a:xfrm>
            <a:off x="3893000" y="1509750"/>
            <a:ext cx="4381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/>
          <p:nvPr/>
        </p:nvSpPr>
        <p:spPr>
          <a:xfrm>
            <a:off x="8246275" y="3735550"/>
            <a:ext cx="130500" cy="130500"/>
          </a:xfrm>
          <a:prstGeom prst="star4">
            <a:avLst>
              <a:gd fmla="val 2019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7526600" y="4772725"/>
            <a:ext cx="130500" cy="130500"/>
          </a:xfrm>
          <a:prstGeom prst="star4">
            <a:avLst>
              <a:gd fmla="val 2019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7"/>
          <p:cNvSpPr/>
          <p:nvPr/>
        </p:nvSpPr>
        <p:spPr>
          <a:xfrm rot="10800000">
            <a:off x="6159206" y="2770311"/>
            <a:ext cx="2991842" cy="2387294"/>
          </a:xfrm>
          <a:custGeom>
            <a:rect b="b" l="l" r="r" t="t"/>
            <a:pathLst>
              <a:path extrusionOk="0" h="54767" w="68097">
                <a:moveTo>
                  <a:pt x="0" y="54767"/>
                </a:moveTo>
                <a:cubicBezTo>
                  <a:pt x="785" y="50061"/>
                  <a:pt x="2811" y="43272"/>
                  <a:pt x="7534" y="42597"/>
                </a:cubicBezTo>
                <a:cubicBezTo>
                  <a:pt x="13856" y="41693"/>
                  <a:pt x="21345" y="44981"/>
                  <a:pt x="26659" y="41438"/>
                </a:cubicBezTo>
                <a:cubicBezTo>
                  <a:pt x="34856" y="35972"/>
                  <a:pt x="32370" y="20822"/>
                  <a:pt x="40568" y="15358"/>
                </a:cubicBezTo>
                <a:cubicBezTo>
                  <a:pt x="44136" y="12980"/>
                  <a:pt x="48907" y="13350"/>
                  <a:pt x="53029" y="12171"/>
                </a:cubicBezTo>
                <a:cubicBezTo>
                  <a:pt x="59237" y="10396"/>
                  <a:pt x="64513" y="5370"/>
                  <a:pt x="68097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/>
          <p:nvPr/>
        </p:nvSpPr>
        <p:spPr>
          <a:xfrm rot="-572933">
            <a:off x="976601" y="378575"/>
            <a:ext cx="7083648" cy="4386499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8"/>
          <p:cNvSpPr txBox="1"/>
          <p:nvPr>
            <p:ph type="title"/>
          </p:nvPr>
        </p:nvSpPr>
        <p:spPr>
          <a:xfrm>
            <a:off x="2324000" y="1555800"/>
            <a:ext cx="44961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/>
          <p:nvPr/>
        </p:nvSpPr>
        <p:spPr>
          <a:xfrm>
            <a:off x="-13400" y="0"/>
            <a:ext cx="2991842" cy="2387294"/>
          </a:xfrm>
          <a:custGeom>
            <a:rect b="b" l="l" r="r" t="t"/>
            <a:pathLst>
              <a:path extrusionOk="0" h="54767" w="68097">
                <a:moveTo>
                  <a:pt x="0" y="54767"/>
                </a:moveTo>
                <a:cubicBezTo>
                  <a:pt x="785" y="50061"/>
                  <a:pt x="2811" y="43272"/>
                  <a:pt x="7534" y="42597"/>
                </a:cubicBezTo>
                <a:cubicBezTo>
                  <a:pt x="13856" y="41693"/>
                  <a:pt x="21345" y="44981"/>
                  <a:pt x="26659" y="41438"/>
                </a:cubicBezTo>
                <a:cubicBezTo>
                  <a:pt x="34856" y="35972"/>
                  <a:pt x="32370" y="20822"/>
                  <a:pt x="40568" y="15358"/>
                </a:cubicBezTo>
                <a:cubicBezTo>
                  <a:pt x="44136" y="12980"/>
                  <a:pt x="48907" y="13350"/>
                  <a:pt x="53029" y="12171"/>
                </a:cubicBezTo>
                <a:cubicBezTo>
                  <a:pt x="59237" y="10396"/>
                  <a:pt x="64513" y="5370"/>
                  <a:pt x="68097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9"/>
          <p:cNvSpPr txBox="1"/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2" type="title"/>
          </p:nvPr>
        </p:nvSpPr>
        <p:spPr>
          <a:xfrm>
            <a:off x="1640412" y="3050475"/>
            <a:ext cx="2712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3" name="Google Shape;73;p9"/>
          <p:cNvSpPr txBox="1"/>
          <p:nvPr>
            <p:ph idx="1" type="subTitle"/>
          </p:nvPr>
        </p:nvSpPr>
        <p:spPr>
          <a:xfrm>
            <a:off x="1640412" y="3480024"/>
            <a:ext cx="2712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>
            <p:ph idx="3" type="title"/>
          </p:nvPr>
        </p:nvSpPr>
        <p:spPr>
          <a:xfrm>
            <a:off x="4791288" y="3050475"/>
            <a:ext cx="2712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5" name="Google Shape;75;p9"/>
          <p:cNvSpPr txBox="1"/>
          <p:nvPr>
            <p:ph idx="4" type="subTitle"/>
          </p:nvPr>
        </p:nvSpPr>
        <p:spPr>
          <a:xfrm>
            <a:off x="4791288" y="3480024"/>
            <a:ext cx="2712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"/>
          <p:cNvSpPr/>
          <p:nvPr/>
        </p:nvSpPr>
        <p:spPr>
          <a:xfrm>
            <a:off x="349400" y="2330375"/>
            <a:ext cx="130500" cy="130500"/>
          </a:xfrm>
          <a:prstGeom prst="star4">
            <a:avLst>
              <a:gd fmla="val 2019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9"/>
          <p:cNvSpPr/>
          <p:nvPr/>
        </p:nvSpPr>
        <p:spPr>
          <a:xfrm>
            <a:off x="8506275" y="4209050"/>
            <a:ext cx="130500" cy="130500"/>
          </a:xfrm>
          <a:prstGeom prst="star4">
            <a:avLst>
              <a:gd fmla="val 2019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9"/>
          <p:cNvSpPr/>
          <p:nvPr/>
        </p:nvSpPr>
        <p:spPr>
          <a:xfrm rot="10800000">
            <a:off x="7238957" y="3626316"/>
            <a:ext cx="1919144" cy="1531285"/>
          </a:xfrm>
          <a:custGeom>
            <a:rect b="b" l="l" r="r" t="t"/>
            <a:pathLst>
              <a:path extrusionOk="0" h="54767" w="68097">
                <a:moveTo>
                  <a:pt x="0" y="54767"/>
                </a:moveTo>
                <a:cubicBezTo>
                  <a:pt x="785" y="50061"/>
                  <a:pt x="2811" y="43272"/>
                  <a:pt x="7534" y="42597"/>
                </a:cubicBezTo>
                <a:cubicBezTo>
                  <a:pt x="13856" y="41693"/>
                  <a:pt x="21345" y="44981"/>
                  <a:pt x="26659" y="41438"/>
                </a:cubicBezTo>
                <a:cubicBezTo>
                  <a:pt x="34856" y="35972"/>
                  <a:pt x="32370" y="20822"/>
                  <a:pt x="40568" y="15358"/>
                </a:cubicBezTo>
                <a:cubicBezTo>
                  <a:pt x="44136" y="12980"/>
                  <a:pt x="48907" y="13350"/>
                  <a:pt x="53029" y="12171"/>
                </a:cubicBezTo>
                <a:cubicBezTo>
                  <a:pt x="59237" y="10396"/>
                  <a:pt x="64513" y="5370"/>
                  <a:pt x="68097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9"/>
          <p:cNvSpPr/>
          <p:nvPr/>
        </p:nvSpPr>
        <p:spPr>
          <a:xfrm>
            <a:off x="8430775" y="356700"/>
            <a:ext cx="130500" cy="130500"/>
          </a:xfrm>
          <a:prstGeom prst="star4">
            <a:avLst>
              <a:gd fmla="val 2019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3_1_1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0"/>
          <p:cNvSpPr/>
          <p:nvPr/>
        </p:nvSpPr>
        <p:spPr>
          <a:xfrm>
            <a:off x="-27332" y="2199438"/>
            <a:ext cx="9198664" cy="479650"/>
          </a:xfrm>
          <a:custGeom>
            <a:rect b="b" l="l" r="r" t="t"/>
            <a:pathLst>
              <a:path extrusionOk="0" h="19186" w="362938">
                <a:moveTo>
                  <a:pt x="0" y="17331"/>
                </a:moveTo>
                <a:cubicBezTo>
                  <a:pt x="15993" y="10933"/>
                  <a:pt x="31625" y="1355"/>
                  <a:pt x="48824" y="397"/>
                </a:cubicBezTo>
                <a:cubicBezTo>
                  <a:pt x="97909" y="-2337"/>
                  <a:pt x="146327" y="13295"/>
                  <a:pt x="195298" y="17613"/>
                </a:cubicBezTo>
                <a:cubicBezTo>
                  <a:pt x="211793" y="19067"/>
                  <a:pt x="228462" y="19782"/>
                  <a:pt x="244969" y="18460"/>
                </a:cubicBezTo>
                <a:cubicBezTo>
                  <a:pt x="265566" y="16811"/>
                  <a:pt x="285651" y="10921"/>
                  <a:pt x="306211" y="8864"/>
                </a:cubicBezTo>
                <a:cubicBezTo>
                  <a:pt x="319036" y="7581"/>
                  <a:pt x="332115" y="6479"/>
                  <a:pt x="344875" y="8300"/>
                </a:cubicBezTo>
                <a:cubicBezTo>
                  <a:pt x="350957" y="9168"/>
                  <a:pt x="356794" y="11969"/>
                  <a:pt x="362938" y="11969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0"/>
          <p:cNvSpPr/>
          <p:nvPr/>
        </p:nvSpPr>
        <p:spPr>
          <a:xfrm>
            <a:off x="8430775" y="2968625"/>
            <a:ext cx="130500" cy="130500"/>
          </a:xfrm>
          <a:prstGeom prst="star4">
            <a:avLst>
              <a:gd fmla="val 2019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0"/>
          <p:cNvSpPr txBox="1"/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84" name="Google Shape;84;p10"/>
          <p:cNvSpPr txBox="1"/>
          <p:nvPr>
            <p:ph idx="2" type="title"/>
          </p:nvPr>
        </p:nvSpPr>
        <p:spPr>
          <a:xfrm>
            <a:off x="713400" y="3265050"/>
            <a:ext cx="2405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5" name="Google Shape;85;p10"/>
          <p:cNvSpPr txBox="1"/>
          <p:nvPr>
            <p:ph idx="1" type="subTitle"/>
          </p:nvPr>
        </p:nvSpPr>
        <p:spPr>
          <a:xfrm>
            <a:off x="713400" y="3694599"/>
            <a:ext cx="2405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>
            <p:ph idx="3" type="title"/>
          </p:nvPr>
        </p:nvSpPr>
        <p:spPr>
          <a:xfrm>
            <a:off x="3369386" y="3265050"/>
            <a:ext cx="2405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7" name="Google Shape;87;p10"/>
          <p:cNvSpPr txBox="1"/>
          <p:nvPr>
            <p:ph idx="4" type="subTitle"/>
          </p:nvPr>
        </p:nvSpPr>
        <p:spPr>
          <a:xfrm>
            <a:off x="3369375" y="3694600"/>
            <a:ext cx="2405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0"/>
          <p:cNvSpPr txBox="1"/>
          <p:nvPr>
            <p:ph idx="5" type="title"/>
          </p:nvPr>
        </p:nvSpPr>
        <p:spPr>
          <a:xfrm>
            <a:off x="6025372" y="3265050"/>
            <a:ext cx="2405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9" name="Google Shape;89;p10"/>
          <p:cNvSpPr txBox="1"/>
          <p:nvPr>
            <p:ph idx="6" type="subTitle"/>
          </p:nvPr>
        </p:nvSpPr>
        <p:spPr>
          <a:xfrm>
            <a:off x="6025368" y="3694600"/>
            <a:ext cx="2405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6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"/>
          <p:cNvSpPr/>
          <p:nvPr/>
        </p:nvSpPr>
        <p:spPr>
          <a:xfrm rot="10800000">
            <a:off x="-27332" y="2157113"/>
            <a:ext cx="9198664" cy="479650"/>
          </a:xfrm>
          <a:custGeom>
            <a:rect b="b" l="l" r="r" t="t"/>
            <a:pathLst>
              <a:path extrusionOk="0" h="19186" w="362938">
                <a:moveTo>
                  <a:pt x="0" y="17331"/>
                </a:moveTo>
                <a:cubicBezTo>
                  <a:pt x="15993" y="10933"/>
                  <a:pt x="31625" y="1355"/>
                  <a:pt x="48824" y="397"/>
                </a:cubicBezTo>
                <a:cubicBezTo>
                  <a:pt x="97909" y="-2337"/>
                  <a:pt x="146327" y="13295"/>
                  <a:pt x="195298" y="17613"/>
                </a:cubicBezTo>
                <a:cubicBezTo>
                  <a:pt x="211793" y="19067"/>
                  <a:pt x="228462" y="19782"/>
                  <a:pt x="244969" y="18460"/>
                </a:cubicBezTo>
                <a:cubicBezTo>
                  <a:pt x="265566" y="16811"/>
                  <a:pt x="285651" y="10921"/>
                  <a:pt x="306211" y="8864"/>
                </a:cubicBezTo>
                <a:cubicBezTo>
                  <a:pt x="319036" y="7581"/>
                  <a:pt x="332115" y="6479"/>
                  <a:pt x="344875" y="8300"/>
                </a:cubicBezTo>
                <a:cubicBezTo>
                  <a:pt x="350957" y="9168"/>
                  <a:pt x="356794" y="11969"/>
                  <a:pt x="362938" y="11969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1"/>
          <p:cNvSpPr txBox="1"/>
          <p:nvPr>
            <p:ph type="title"/>
          </p:nvPr>
        </p:nvSpPr>
        <p:spPr>
          <a:xfrm>
            <a:off x="1463781" y="1978600"/>
            <a:ext cx="10806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93" name="Google Shape;93;p11"/>
          <p:cNvSpPr txBox="1"/>
          <p:nvPr>
            <p:ph idx="2" type="title"/>
          </p:nvPr>
        </p:nvSpPr>
        <p:spPr>
          <a:xfrm>
            <a:off x="4033701" y="1978613"/>
            <a:ext cx="10806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94" name="Google Shape;94;p11"/>
          <p:cNvSpPr txBox="1"/>
          <p:nvPr>
            <p:ph idx="3"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idx="4" type="title"/>
          </p:nvPr>
        </p:nvSpPr>
        <p:spPr>
          <a:xfrm>
            <a:off x="946132" y="3343250"/>
            <a:ext cx="2115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6" name="Google Shape;96;p11"/>
          <p:cNvSpPr txBox="1"/>
          <p:nvPr>
            <p:ph idx="1" type="subTitle"/>
          </p:nvPr>
        </p:nvSpPr>
        <p:spPr>
          <a:xfrm>
            <a:off x="946132" y="3772800"/>
            <a:ext cx="211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5" type="title"/>
          </p:nvPr>
        </p:nvSpPr>
        <p:spPr>
          <a:xfrm>
            <a:off x="3514068" y="3343250"/>
            <a:ext cx="2115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8" name="Google Shape;98;p11"/>
          <p:cNvSpPr txBox="1"/>
          <p:nvPr>
            <p:ph idx="6" type="subTitle"/>
          </p:nvPr>
        </p:nvSpPr>
        <p:spPr>
          <a:xfrm>
            <a:off x="3514058" y="3772800"/>
            <a:ext cx="211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7" type="title"/>
          </p:nvPr>
        </p:nvSpPr>
        <p:spPr>
          <a:xfrm>
            <a:off x="6603614" y="1978600"/>
            <a:ext cx="10806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00" name="Google Shape;100;p11"/>
          <p:cNvSpPr txBox="1"/>
          <p:nvPr>
            <p:ph idx="8" type="title"/>
          </p:nvPr>
        </p:nvSpPr>
        <p:spPr>
          <a:xfrm>
            <a:off x="6081968" y="3343250"/>
            <a:ext cx="2115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1" name="Google Shape;101;p11"/>
          <p:cNvSpPr txBox="1"/>
          <p:nvPr>
            <p:ph idx="9" type="subTitle"/>
          </p:nvPr>
        </p:nvSpPr>
        <p:spPr>
          <a:xfrm>
            <a:off x="6081958" y="3772800"/>
            <a:ext cx="211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6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2"/>
          <p:cNvSpPr txBox="1"/>
          <p:nvPr>
            <p:ph type="title"/>
          </p:nvPr>
        </p:nvSpPr>
        <p:spPr>
          <a:xfrm>
            <a:off x="1007325" y="1168300"/>
            <a:ext cx="21243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04" name="Google Shape;104;p12"/>
          <p:cNvSpPr txBox="1"/>
          <p:nvPr>
            <p:ph idx="1" type="subTitle"/>
          </p:nvPr>
        </p:nvSpPr>
        <p:spPr>
          <a:xfrm>
            <a:off x="1007325" y="1829747"/>
            <a:ext cx="2124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05" name="Google Shape;105;p12"/>
          <p:cNvSpPr txBox="1"/>
          <p:nvPr>
            <p:ph idx="2" type="title"/>
          </p:nvPr>
        </p:nvSpPr>
        <p:spPr>
          <a:xfrm>
            <a:off x="3509875" y="2568650"/>
            <a:ext cx="21243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06" name="Google Shape;106;p12"/>
          <p:cNvSpPr txBox="1"/>
          <p:nvPr>
            <p:ph idx="3" type="subTitle"/>
          </p:nvPr>
        </p:nvSpPr>
        <p:spPr>
          <a:xfrm>
            <a:off x="3509875" y="3229441"/>
            <a:ext cx="2124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07" name="Google Shape;107;p12"/>
          <p:cNvSpPr txBox="1"/>
          <p:nvPr>
            <p:ph idx="4" type="title"/>
          </p:nvPr>
        </p:nvSpPr>
        <p:spPr>
          <a:xfrm>
            <a:off x="6012338" y="1168300"/>
            <a:ext cx="21243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08" name="Google Shape;108;p12"/>
          <p:cNvSpPr txBox="1"/>
          <p:nvPr>
            <p:ph idx="5" type="subTitle"/>
          </p:nvPr>
        </p:nvSpPr>
        <p:spPr>
          <a:xfrm>
            <a:off x="6012338" y="1829750"/>
            <a:ext cx="2124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3_1_1_1_1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3"/>
          <p:cNvSpPr txBox="1"/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11" name="Google Shape;111;p13"/>
          <p:cNvSpPr txBox="1"/>
          <p:nvPr>
            <p:ph idx="2" type="title"/>
          </p:nvPr>
        </p:nvSpPr>
        <p:spPr>
          <a:xfrm>
            <a:off x="1705889" y="1542075"/>
            <a:ext cx="2169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1705889" y="1971622"/>
            <a:ext cx="2169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3"/>
          <p:cNvSpPr txBox="1"/>
          <p:nvPr>
            <p:ph idx="3" type="title"/>
          </p:nvPr>
        </p:nvSpPr>
        <p:spPr>
          <a:xfrm>
            <a:off x="5188562" y="1542075"/>
            <a:ext cx="2169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5188564" y="1971623"/>
            <a:ext cx="2169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3"/>
          <p:cNvSpPr txBox="1"/>
          <p:nvPr>
            <p:ph idx="5" type="title"/>
          </p:nvPr>
        </p:nvSpPr>
        <p:spPr>
          <a:xfrm>
            <a:off x="2778439" y="3100405"/>
            <a:ext cx="2169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6" name="Google Shape;116;p13"/>
          <p:cNvSpPr txBox="1"/>
          <p:nvPr>
            <p:ph idx="6" type="subTitle"/>
          </p:nvPr>
        </p:nvSpPr>
        <p:spPr>
          <a:xfrm>
            <a:off x="2778439" y="3529953"/>
            <a:ext cx="2169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3"/>
          <p:cNvSpPr txBox="1"/>
          <p:nvPr>
            <p:ph idx="7" type="title"/>
          </p:nvPr>
        </p:nvSpPr>
        <p:spPr>
          <a:xfrm>
            <a:off x="6261112" y="3100403"/>
            <a:ext cx="2169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8" name="Google Shape;118;p13"/>
          <p:cNvSpPr txBox="1"/>
          <p:nvPr>
            <p:ph idx="8" type="subTitle"/>
          </p:nvPr>
        </p:nvSpPr>
        <p:spPr>
          <a:xfrm>
            <a:off x="6261114" y="3529951"/>
            <a:ext cx="2169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3"/>
          <p:cNvSpPr/>
          <p:nvPr/>
        </p:nvSpPr>
        <p:spPr>
          <a:xfrm>
            <a:off x="5599488" y="168525"/>
            <a:ext cx="130500" cy="130500"/>
          </a:xfrm>
          <a:prstGeom prst="star4">
            <a:avLst>
              <a:gd fmla="val 2019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3"/>
          <p:cNvSpPr/>
          <p:nvPr/>
        </p:nvSpPr>
        <p:spPr>
          <a:xfrm>
            <a:off x="6157925" y="-33525"/>
            <a:ext cx="3042658" cy="1448480"/>
          </a:xfrm>
          <a:custGeom>
            <a:rect b="b" l="l" r="r" t="t"/>
            <a:pathLst>
              <a:path extrusionOk="0" h="46865" w="98444">
                <a:moveTo>
                  <a:pt x="0" y="0"/>
                </a:moveTo>
                <a:cubicBezTo>
                  <a:pt x="0" y="10124"/>
                  <a:pt x="14070" y="16247"/>
                  <a:pt x="23873" y="18777"/>
                </a:cubicBezTo>
                <a:cubicBezTo>
                  <a:pt x="33388" y="21232"/>
                  <a:pt x="44207" y="18377"/>
                  <a:pt x="53112" y="22532"/>
                </a:cubicBezTo>
                <a:cubicBezTo>
                  <a:pt x="61207" y="26309"/>
                  <a:pt x="66084" y="34876"/>
                  <a:pt x="73230" y="40236"/>
                </a:cubicBezTo>
                <a:cubicBezTo>
                  <a:pt x="80119" y="45403"/>
                  <a:pt x="90273" y="48589"/>
                  <a:pt x="98444" y="45869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3"/>
          <p:cNvSpPr/>
          <p:nvPr/>
        </p:nvSpPr>
        <p:spPr>
          <a:xfrm>
            <a:off x="316100" y="4754625"/>
            <a:ext cx="130500" cy="130500"/>
          </a:xfrm>
          <a:prstGeom prst="star4">
            <a:avLst>
              <a:gd fmla="val 2019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3"/>
          <p:cNvSpPr/>
          <p:nvPr/>
        </p:nvSpPr>
        <p:spPr>
          <a:xfrm flipH="1" rot="10800000">
            <a:off x="7" y="3626316"/>
            <a:ext cx="1919144" cy="1531285"/>
          </a:xfrm>
          <a:custGeom>
            <a:rect b="b" l="l" r="r" t="t"/>
            <a:pathLst>
              <a:path extrusionOk="0" h="54767" w="68097">
                <a:moveTo>
                  <a:pt x="0" y="54767"/>
                </a:moveTo>
                <a:cubicBezTo>
                  <a:pt x="785" y="50061"/>
                  <a:pt x="2811" y="43272"/>
                  <a:pt x="7534" y="42597"/>
                </a:cubicBezTo>
                <a:cubicBezTo>
                  <a:pt x="13856" y="41693"/>
                  <a:pt x="21345" y="44981"/>
                  <a:pt x="26659" y="41438"/>
                </a:cubicBezTo>
                <a:cubicBezTo>
                  <a:pt x="34856" y="35972"/>
                  <a:pt x="32370" y="20822"/>
                  <a:pt x="40568" y="15358"/>
                </a:cubicBezTo>
                <a:cubicBezTo>
                  <a:pt x="44136" y="12980"/>
                  <a:pt x="48907" y="13350"/>
                  <a:pt x="53029" y="12171"/>
                </a:cubicBezTo>
                <a:cubicBezTo>
                  <a:pt x="59237" y="10396"/>
                  <a:pt x="64513" y="5370"/>
                  <a:pt x="68097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4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"/>
          <p:cNvSpPr txBox="1"/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25" name="Google Shape;125;p14"/>
          <p:cNvSpPr txBox="1"/>
          <p:nvPr>
            <p:ph idx="2" type="title"/>
          </p:nvPr>
        </p:nvSpPr>
        <p:spPr>
          <a:xfrm>
            <a:off x="1433575" y="3076926"/>
            <a:ext cx="1579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6" name="Google Shape;126;p14"/>
          <p:cNvSpPr txBox="1"/>
          <p:nvPr>
            <p:ph idx="1" type="subTitle"/>
          </p:nvPr>
        </p:nvSpPr>
        <p:spPr>
          <a:xfrm>
            <a:off x="1433575" y="3506475"/>
            <a:ext cx="1579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4"/>
          <p:cNvSpPr txBox="1"/>
          <p:nvPr>
            <p:ph idx="3" type="title"/>
          </p:nvPr>
        </p:nvSpPr>
        <p:spPr>
          <a:xfrm>
            <a:off x="4142483" y="3076925"/>
            <a:ext cx="1579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8" name="Google Shape;128;p14"/>
          <p:cNvSpPr txBox="1"/>
          <p:nvPr>
            <p:ph idx="4" type="subTitle"/>
          </p:nvPr>
        </p:nvSpPr>
        <p:spPr>
          <a:xfrm>
            <a:off x="4142475" y="3506475"/>
            <a:ext cx="1579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4"/>
          <p:cNvSpPr txBox="1"/>
          <p:nvPr>
            <p:ph idx="5" type="title"/>
          </p:nvPr>
        </p:nvSpPr>
        <p:spPr>
          <a:xfrm>
            <a:off x="6851525" y="3076925"/>
            <a:ext cx="1579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30" name="Google Shape;130;p14"/>
          <p:cNvSpPr txBox="1"/>
          <p:nvPr>
            <p:ph idx="6" type="subTitle"/>
          </p:nvPr>
        </p:nvSpPr>
        <p:spPr>
          <a:xfrm>
            <a:off x="6851525" y="3506475"/>
            <a:ext cx="1579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4"/>
          <p:cNvSpPr txBox="1"/>
          <p:nvPr>
            <p:ph idx="7" type="title"/>
          </p:nvPr>
        </p:nvSpPr>
        <p:spPr>
          <a:xfrm>
            <a:off x="1433575" y="1562375"/>
            <a:ext cx="1579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32" name="Google Shape;132;p14"/>
          <p:cNvSpPr txBox="1"/>
          <p:nvPr>
            <p:ph idx="8" type="subTitle"/>
          </p:nvPr>
        </p:nvSpPr>
        <p:spPr>
          <a:xfrm>
            <a:off x="1433575" y="1991924"/>
            <a:ext cx="1579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4"/>
          <p:cNvSpPr txBox="1"/>
          <p:nvPr>
            <p:ph idx="9" type="title"/>
          </p:nvPr>
        </p:nvSpPr>
        <p:spPr>
          <a:xfrm>
            <a:off x="4142483" y="1562375"/>
            <a:ext cx="1579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34" name="Google Shape;134;p14"/>
          <p:cNvSpPr txBox="1"/>
          <p:nvPr>
            <p:ph idx="13" type="subTitle"/>
          </p:nvPr>
        </p:nvSpPr>
        <p:spPr>
          <a:xfrm>
            <a:off x="4142475" y="1991925"/>
            <a:ext cx="1579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4"/>
          <p:cNvSpPr txBox="1"/>
          <p:nvPr>
            <p:ph idx="14" type="title"/>
          </p:nvPr>
        </p:nvSpPr>
        <p:spPr>
          <a:xfrm>
            <a:off x="6851525" y="1562375"/>
            <a:ext cx="1579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36" name="Google Shape;136;p14"/>
          <p:cNvSpPr txBox="1"/>
          <p:nvPr>
            <p:ph idx="15" type="subTitle"/>
          </p:nvPr>
        </p:nvSpPr>
        <p:spPr>
          <a:xfrm>
            <a:off x="6851525" y="1991925"/>
            <a:ext cx="1579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4"/>
          <p:cNvSpPr/>
          <p:nvPr/>
        </p:nvSpPr>
        <p:spPr>
          <a:xfrm>
            <a:off x="351238" y="4496363"/>
            <a:ext cx="130500" cy="130500"/>
          </a:xfrm>
          <a:prstGeom prst="star4">
            <a:avLst>
              <a:gd fmla="val 2019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-40225" y="4230837"/>
            <a:ext cx="2273325" cy="932800"/>
          </a:xfrm>
          <a:custGeom>
            <a:rect b="b" l="l" r="r" t="t"/>
            <a:pathLst>
              <a:path extrusionOk="0" h="37312" w="90933">
                <a:moveTo>
                  <a:pt x="0" y="3245"/>
                </a:moveTo>
                <a:cubicBezTo>
                  <a:pt x="6832" y="512"/>
                  <a:pt x="15128" y="-1275"/>
                  <a:pt x="21995" y="1368"/>
                </a:cubicBezTo>
                <a:cubicBezTo>
                  <a:pt x="31291" y="4946"/>
                  <a:pt x="36867" y="15076"/>
                  <a:pt x="45869" y="19340"/>
                </a:cubicBezTo>
                <a:cubicBezTo>
                  <a:pt x="60485" y="26262"/>
                  <a:pt x="83695" y="22850"/>
                  <a:pt x="90933" y="37312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4"/>
          <p:cNvSpPr/>
          <p:nvPr/>
        </p:nvSpPr>
        <p:spPr>
          <a:xfrm>
            <a:off x="6739525" y="-33525"/>
            <a:ext cx="2461100" cy="1171625"/>
          </a:xfrm>
          <a:custGeom>
            <a:rect b="b" l="l" r="r" t="t"/>
            <a:pathLst>
              <a:path extrusionOk="0" h="46865" w="98444">
                <a:moveTo>
                  <a:pt x="0" y="0"/>
                </a:moveTo>
                <a:cubicBezTo>
                  <a:pt x="0" y="10124"/>
                  <a:pt x="14070" y="16247"/>
                  <a:pt x="23873" y="18777"/>
                </a:cubicBezTo>
                <a:cubicBezTo>
                  <a:pt x="33388" y="21232"/>
                  <a:pt x="44207" y="18377"/>
                  <a:pt x="53112" y="22532"/>
                </a:cubicBezTo>
                <a:cubicBezTo>
                  <a:pt x="61207" y="26309"/>
                  <a:pt x="66084" y="34876"/>
                  <a:pt x="73230" y="40236"/>
                </a:cubicBezTo>
                <a:cubicBezTo>
                  <a:pt x="80119" y="45403"/>
                  <a:pt x="90273" y="48589"/>
                  <a:pt x="98444" y="45869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2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idx="1" type="subTitle"/>
          </p:nvPr>
        </p:nvSpPr>
        <p:spPr>
          <a:xfrm>
            <a:off x="3259650" y="2417850"/>
            <a:ext cx="2624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5"/>
          <p:cNvSpPr txBox="1"/>
          <p:nvPr>
            <p:ph type="title"/>
          </p:nvPr>
        </p:nvSpPr>
        <p:spPr>
          <a:xfrm>
            <a:off x="3259732" y="1678950"/>
            <a:ext cx="2624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43" name="Google Shape;143;p15"/>
          <p:cNvSpPr/>
          <p:nvPr/>
        </p:nvSpPr>
        <p:spPr>
          <a:xfrm rot="10800000">
            <a:off x="-14111" y="2678467"/>
            <a:ext cx="4070495" cy="2476534"/>
          </a:xfrm>
          <a:custGeom>
            <a:rect b="b" l="l" r="r" t="t"/>
            <a:pathLst>
              <a:path extrusionOk="0" h="54830" w="90120">
                <a:moveTo>
                  <a:pt x="0" y="0"/>
                </a:moveTo>
                <a:cubicBezTo>
                  <a:pt x="0" y="10458"/>
                  <a:pt x="19012" y="13350"/>
                  <a:pt x="29267" y="11301"/>
                </a:cubicBezTo>
                <a:cubicBezTo>
                  <a:pt x="37983" y="9560"/>
                  <a:pt x="47755" y="7223"/>
                  <a:pt x="55926" y="10722"/>
                </a:cubicBezTo>
                <a:cubicBezTo>
                  <a:pt x="62832" y="13680"/>
                  <a:pt x="49951" y="26058"/>
                  <a:pt x="52739" y="33034"/>
                </a:cubicBezTo>
                <a:cubicBezTo>
                  <a:pt x="55608" y="40214"/>
                  <a:pt x="68712" y="34270"/>
                  <a:pt x="75341" y="38250"/>
                </a:cubicBezTo>
                <a:cubicBezTo>
                  <a:pt x="78855" y="40360"/>
                  <a:pt x="75090" y="46839"/>
                  <a:pt x="77080" y="50421"/>
                </a:cubicBezTo>
                <a:cubicBezTo>
                  <a:pt x="79253" y="54332"/>
                  <a:pt x="86397" y="56090"/>
                  <a:pt x="90120" y="53608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5"/>
          <p:cNvSpPr/>
          <p:nvPr/>
        </p:nvSpPr>
        <p:spPr>
          <a:xfrm>
            <a:off x="582900" y="3978975"/>
            <a:ext cx="130500" cy="130500"/>
          </a:xfrm>
          <a:prstGeom prst="star4">
            <a:avLst>
              <a:gd fmla="val 2019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5100925" y="0"/>
            <a:ext cx="4070495" cy="2476534"/>
          </a:xfrm>
          <a:custGeom>
            <a:rect b="b" l="l" r="r" t="t"/>
            <a:pathLst>
              <a:path extrusionOk="0" h="54830" w="90120">
                <a:moveTo>
                  <a:pt x="0" y="0"/>
                </a:moveTo>
                <a:cubicBezTo>
                  <a:pt x="0" y="10458"/>
                  <a:pt x="19012" y="13350"/>
                  <a:pt x="29267" y="11301"/>
                </a:cubicBezTo>
                <a:cubicBezTo>
                  <a:pt x="37983" y="9560"/>
                  <a:pt x="47755" y="7223"/>
                  <a:pt x="55926" y="10722"/>
                </a:cubicBezTo>
                <a:cubicBezTo>
                  <a:pt x="62832" y="13680"/>
                  <a:pt x="49951" y="26058"/>
                  <a:pt x="52739" y="33034"/>
                </a:cubicBezTo>
                <a:cubicBezTo>
                  <a:pt x="55608" y="40214"/>
                  <a:pt x="68712" y="34270"/>
                  <a:pt x="75341" y="38250"/>
                </a:cubicBezTo>
                <a:cubicBezTo>
                  <a:pt x="78855" y="40360"/>
                  <a:pt x="75090" y="46839"/>
                  <a:pt x="77080" y="50421"/>
                </a:cubicBezTo>
                <a:cubicBezTo>
                  <a:pt x="79253" y="54332"/>
                  <a:pt x="86397" y="56090"/>
                  <a:pt x="90120" y="53608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9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/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48" name="Google Shape;148;p16"/>
          <p:cNvSpPr/>
          <p:nvPr/>
        </p:nvSpPr>
        <p:spPr>
          <a:xfrm>
            <a:off x="5877275" y="-14100"/>
            <a:ext cx="3294950" cy="933325"/>
          </a:xfrm>
          <a:custGeom>
            <a:rect b="b" l="l" r="r" t="t"/>
            <a:pathLst>
              <a:path extrusionOk="0" h="37333" w="131798">
                <a:moveTo>
                  <a:pt x="0" y="0"/>
                </a:moveTo>
                <a:cubicBezTo>
                  <a:pt x="0" y="13398"/>
                  <a:pt x="25914" y="7264"/>
                  <a:pt x="39229" y="8748"/>
                </a:cubicBezTo>
                <a:cubicBezTo>
                  <a:pt x="45583" y="9456"/>
                  <a:pt x="49598" y="16332"/>
                  <a:pt x="55316" y="19191"/>
                </a:cubicBezTo>
                <a:cubicBezTo>
                  <a:pt x="64405" y="23735"/>
                  <a:pt x="75696" y="19747"/>
                  <a:pt x="85796" y="18626"/>
                </a:cubicBezTo>
                <a:cubicBezTo>
                  <a:pt x="93679" y="17751"/>
                  <a:pt x="99070" y="27318"/>
                  <a:pt x="105551" y="31891"/>
                </a:cubicBezTo>
                <a:cubicBezTo>
                  <a:pt x="112719" y="36950"/>
                  <a:pt x="125594" y="40070"/>
                  <a:pt x="131798" y="33866"/>
                </a:cubicBez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-7050" y="4395614"/>
            <a:ext cx="1961450" cy="769050"/>
          </a:xfrm>
          <a:custGeom>
            <a:rect b="b" l="l" r="r" t="t"/>
            <a:pathLst>
              <a:path extrusionOk="0" h="30762" w="78458">
                <a:moveTo>
                  <a:pt x="0" y="0"/>
                </a:moveTo>
                <a:cubicBezTo>
                  <a:pt x="4436" y="554"/>
                  <a:pt x="9078" y="406"/>
                  <a:pt x="13264" y="1975"/>
                </a:cubicBezTo>
                <a:cubicBezTo>
                  <a:pt x="22319" y="5370"/>
                  <a:pt x="26810" y="18274"/>
                  <a:pt x="36406" y="19473"/>
                </a:cubicBezTo>
                <a:cubicBezTo>
                  <a:pt x="45469" y="20605"/>
                  <a:pt x="54741" y="17049"/>
                  <a:pt x="63782" y="18344"/>
                </a:cubicBezTo>
                <a:cubicBezTo>
                  <a:pt x="70126" y="19253"/>
                  <a:pt x="76427" y="24684"/>
                  <a:pt x="78458" y="30762"/>
                </a:cubicBez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6654700" y="387313"/>
            <a:ext cx="130500" cy="130500"/>
          </a:xfrm>
          <a:prstGeom prst="star4">
            <a:avLst>
              <a:gd fmla="val 2019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8750200" y="387313"/>
            <a:ext cx="130500" cy="130500"/>
          </a:xfrm>
          <a:prstGeom prst="star4">
            <a:avLst>
              <a:gd fmla="val 2019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205925" y="4747663"/>
            <a:ext cx="130500" cy="130500"/>
          </a:xfrm>
          <a:prstGeom prst="star4">
            <a:avLst>
              <a:gd fmla="val 2019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2125025" y="4747663"/>
            <a:ext cx="130500" cy="130500"/>
          </a:xfrm>
          <a:prstGeom prst="star4">
            <a:avLst>
              <a:gd fmla="val 2019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375250" y="1685563"/>
            <a:ext cx="130500" cy="130500"/>
          </a:xfrm>
          <a:prstGeom prst="star4">
            <a:avLst>
              <a:gd fmla="val 2019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"/>
          <p:cNvSpPr/>
          <p:nvPr/>
        </p:nvSpPr>
        <p:spPr>
          <a:xfrm rot="-572933">
            <a:off x="976601" y="378575"/>
            <a:ext cx="7083648" cy="4386499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7"/>
          <p:cNvSpPr txBox="1"/>
          <p:nvPr>
            <p:ph hasCustomPrompt="1" type="title"/>
          </p:nvPr>
        </p:nvSpPr>
        <p:spPr>
          <a:xfrm>
            <a:off x="1912062" y="1555950"/>
            <a:ext cx="53199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8" name="Google Shape;158;p17"/>
          <p:cNvSpPr txBox="1"/>
          <p:nvPr>
            <p:ph idx="1" type="subTitle"/>
          </p:nvPr>
        </p:nvSpPr>
        <p:spPr>
          <a:xfrm>
            <a:off x="1912038" y="3125850"/>
            <a:ext cx="531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59" name="Google Shape;159;p17"/>
          <p:cNvSpPr/>
          <p:nvPr/>
        </p:nvSpPr>
        <p:spPr>
          <a:xfrm>
            <a:off x="6739525" y="-33525"/>
            <a:ext cx="2461100" cy="1171625"/>
          </a:xfrm>
          <a:custGeom>
            <a:rect b="b" l="l" r="r" t="t"/>
            <a:pathLst>
              <a:path extrusionOk="0" h="46865" w="98444">
                <a:moveTo>
                  <a:pt x="0" y="0"/>
                </a:moveTo>
                <a:cubicBezTo>
                  <a:pt x="0" y="10124"/>
                  <a:pt x="14070" y="16247"/>
                  <a:pt x="23873" y="18777"/>
                </a:cubicBezTo>
                <a:cubicBezTo>
                  <a:pt x="33388" y="21232"/>
                  <a:pt x="44207" y="18377"/>
                  <a:pt x="53112" y="22532"/>
                </a:cubicBezTo>
                <a:cubicBezTo>
                  <a:pt x="61207" y="26309"/>
                  <a:pt x="66084" y="34876"/>
                  <a:pt x="73230" y="40236"/>
                </a:cubicBezTo>
                <a:cubicBezTo>
                  <a:pt x="80119" y="45403"/>
                  <a:pt x="90273" y="48589"/>
                  <a:pt x="98444" y="45869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366525" y="2275650"/>
            <a:ext cx="130500" cy="130500"/>
          </a:xfrm>
          <a:prstGeom prst="star4">
            <a:avLst>
              <a:gd fmla="val 2019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-40225" y="4230837"/>
            <a:ext cx="2273325" cy="932800"/>
          </a:xfrm>
          <a:custGeom>
            <a:rect b="b" l="l" r="r" t="t"/>
            <a:pathLst>
              <a:path extrusionOk="0" h="37312" w="90933">
                <a:moveTo>
                  <a:pt x="0" y="3245"/>
                </a:moveTo>
                <a:cubicBezTo>
                  <a:pt x="6832" y="512"/>
                  <a:pt x="15128" y="-1275"/>
                  <a:pt x="21995" y="1368"/>
                </a:cubicBezTo>
                <a:cubicBezTo>
                  <a:pt x="31291" y="4946"/>
                  <a:pt x="36867" y="15076"/>
                  <a:pt x="45869" y="19340"/>
                </a:cubicBezTo>
                <a:cubicBezTo>
                  <a:pt x="60485" y="26262"/>
                  <a:pt x="83695" y="22850"/>
                  <a:pt x="90933" y="37312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3_1_1_1_1_1_1_1_1_1_1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type="title"/>
          </p:nvPr>
        </p:nvSpPr>
        <p:spPr>
          <a:xfrm>
            <a:off x="713400" y="2202300"/>
            <a:ext cx="2948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64" name="Google Shape;164;p18"/>
          <p:cNvSpPr txBox="1"/>
          <p:nvPr>
            <p:ph idx="2" type="title"/>
          </p:nvPr>
        </p:nvSpPr>
        <p:spPr>
          <a:xfrm>
            <a:off x="4153452" y="1411500"/>
            <a:ext cx="2002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5" name="Google Shape;165;p18"/>
          <p:cNvSpPr txBox="1"/>
          <p:nvPr>
            <p:ph idx="1" type="subTitle"/>
          </p:nvPr>
        </p:nvSpPr>
        <p:spPr>
          <a:xfrm>
            <a:off x="4153452" y="1841047"/>
            <a:ext cx="2002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8"/>
          <p:cNvSpPr txBox="1"/>
          <p:nvPr>
            <p:ph idx="3" type="title"/>
          </p:nvPr>
        </p:nvSpPr>
        <p:spPr>
          <a:xfrm>
            <a:off x="6427200" y="1411500"/>
            <a:ext cx="2002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7" name="Google Shape;167;p18"/>
          <p:cNvSpPr txBox="1"/>
          <p:nvPr>
            <p:ph idx="4" type="subTitle"/>
          </p:nvPr>
        </p:nvSpPr>
        <p:spPr>
          <a:xfrm>
            <a:off x="6427201" y="1841048"/>
            <a:ext cx="2002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18"/>
          <p:cNvSpPr txBox="1"/>
          <p:nvPr>
            <p:ph idx="5" type="title"/>
          </p:nvPr>
        </p:nvSpPr>
        <p:spPr>
          <a:xfrm>
            <a:off x="4153452" y="3558955"/>
            <a:ext cx="2002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9" name="Google Shape;169;p18"/>
          <p:cNvSpPr txBox="1"/>
          <p:nvPr>
            <p:ph idx="6" type="subTitle"/>
          </p:nvPr>
        </p:nvSpPr>
        <p:spPr>
          <a:xfrm>
            <a:off x="4153452" y="3988503"/>
            <a:ext cx="2002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18"/>
          <p:cNvSpPr txBox="1"/>
          <p:nvPr>
            <p:ph idx="7" type="title"/>
          </p:nvPr>
        </p:nvSpPr>
        <p:spPr>
          <a:xfrm>
            <a:off x="6427200" y="3558955"/>
            <a:ext cx="2002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1" name="Google Shape;171;p18"/>
          <p:cNvSpPr txBox="1"/>
          <p:nvPr>
            <p:ph idx="8" type="subTitle"/>
          </p:nvPr>
        </p:nvSpPr>
        <p:spPr>
          <a:xfrm>
            <a:off x="6427201" y="3988503"/>
            <a:ext cx="2002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18"/>
          <p:cNvSpPr txBox="1"/>
          <p:nvPr>
            <p:ph idx="9" type="title"/>
          </p:nvPr>
        </p:nvSpPr>
        <p:spPr>
          <a:xfrm>
            <a:off x="4614406" y="650500"/>
            <a:ext cx="10806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73" name="Google Shape;173;p18"/>
          <p:cNvSpPr txBox="1"/>
          <p:nvPr>
            <p:ph idx="13" type="title"/>
          </p:nvPr>
        </p:nvSpPr>
        <p:spPr>
          <a:xfrm>
            <a:off x="6888156" y="650500"/>
            <a:ext cx="10806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74" name="Google Shape;174;p18"/>
          <p:cNvSpPr txBox="1"/>
          <p:nvPr>
            <p:ph idx="14" type="title"/>
          </p:nvPr>
        </p:nvSpPr>
        <p:spPr>
          <a:xfrm>
            <a:off x="4614406" y="2797950"/>
            <a:ext cx="10806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75" name="Google Shape;175;p18"/>
          <p:cNvSpPr txBox="1"/>
          <p:nvPr>
            <p:ph idx="15" type="title"/>
          </p:nvPr>
        </p:nvSpPr>
        <p:spPr>
          <a:xfrm>
            <a:off x="6888156" y="2797950"/>
            <a:ext cx="10806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76" name="Google Shape;176;p18"/>
          <p:cNvSpPr/>
          <p:nvPr/>
        </p:nvSpPr>
        <p:spPr>
          <a:xfrm flipH="1">
            <a:off x="-7056" y="-7056"/>
            <a:ext cx="2253000" cy="1370750"/>
          </a:xfrm>
          <a:custGeom>
            <a:rect b="b" l="l" r="r" t="t"/>
            <a:pathLst>
              <a:path extrusionOk="0" h="54830" w="90120">
                <a:moveTo>
                  <a:pt x="0" y="0"/>
                </a:moveTo>
                <a:cubicBezTo>
                  <a:pt x="0" y="10458"/>
                  <a:pt x="19012" y="13350"/>
                  <a:pt x="29267" y="11301"/>
                </a:cubicBezTo>
                <a:cubicBezTo>
                  <a:pt x="37983" y="9560"/>
                  <a:pt x="47755" y="7223"/>
                  <a:pt x="55926" y="10722"/>
                </a:cubicBezTo>
                <a:cubicBezTo>
                  <a:pt x="62832" y="13680"/>
                  <a:pt x="49951" y="26058"/>
                  <a:pt x="52739" y="33034"/>
                </a:cubicBezTo>
                <a:cubicBezTo>
                  <a:pt x="55608" y="40214"/>
                  <a:pt x="68712" y="34270"/>
                  <a:pt x="75341" y="38250"/>
                </a:cubicBezTo>
                <a:cubicBezTo>
                  <a:pt x="78855" y="40360"/>
                  <a:pt x="75090" y="46839"/>
                  <a:pt x="77080" y="50421"/>
                </a:cubicBezTo>
                <a:cubicBezTo>
                  <a:pt x="79253" y="54332"/>
                  <a:pt x="86397" y="56090"/>
                  <a:pt x="90120" y="53608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 flipH="1">
            <a:off x="170369" y="1502044"/>
            <a:ext cx="130500" cy="130500"/>
          </a:xfrm>
          <a:prstGeom prst="star4">
            <a:avLst>
              <a:gd fmla="val 2019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4_1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"/>
          <p:cNvSpPr txBox="1"/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80" name="Google Shape;180;p19"/>
          <p:cNvSpPr txBox="1"/>
          <p:nvPr>
            <p:ph idx="1" type="subTitle"/>
          </p:nvPr>
        </p:nvSpPr>
        <p:spPr>
          <a:xfrm>
            <a:off x="3086233" y="1862557"/>
            <a:ext cx="1592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181" name="Google Shape;181;p19"/>
          <p:cNvSpPr txBox="1"/>
          <p:nvPr>
            <p:ph idx="2" type="title"/>
          </p:nvPr>
        </p:nvSpPr>
        <p:spPr>
          <a:xfrm>
            <a:off x="3087966" y="1468475"/>
            <a:ext cx="1590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2" name="Google Shape;182;p19"/>
          <p:cNvSpPr txBox="1"/>
          <p:nvPr>
            <p:ph idx="3" type="subTitle"/>
          </p:nvPr>
        </p:nvSpPr>
        <p:spPr>
          <a:xfrm>
            <a:off x="3086225" y="3536148"/>
            <a:ext cx="1592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183" name="Google Shape;183;p19"/>
          <p:cNvSpPr txBox="1"/>
          <p:nvPr>
            <p:ph idx="4" type="title"/>
          </p:nvPr>
        </p:nvSpPr>
        <p:spPr>
          <a:xfrm>
            <a:off x="3086225" y="3142066"/>
            <a:ext cx="1590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4" name="Google Shape;184;p19"/>
          <p:cNvSpPr txBox="1"/>
          <p:nvPr>
            <p:ph idx="5" type="subTitle"/>
          </p:nvPr>
        </p:nvSpPr>
        <p:spPr>
          <a:xfrm>
            <a:off x="4962250" y="1862550"/>
            <a:ext cx="1592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185" name="Google Shape;185;p19"/>
          <p:cNvSpPr txBox="1"/>
          <p:nvPr>
            <p:ph idx="6" type="title"/>
          </p:nvPr>
        </p:nvSpPr>
        <p:spPr>
          <a:xfrm>
            <a:off x="4963991" y="1468475"/>
            <a:ext cx="1590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6" name="Google Shape;186;p19"/>
          <p:cNvSpPr txBox="1"/>
          <p:nvPr>
            <p:ph idx="7" type="subTitle"/>
          </p:nvPr>
        </p:nvSpPr>
        <p:spPr>
          <a:xfrm>
            <a:off x="4962250" y="3536150"/>
            <a:ext cx="1592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187" name="Google Shape;187;p19"/>
          <p:cNvSpPr txBox="1"/>
          <p:nvPr>
            <p:ph idx="8" type="title"/>
          </p:nvPr>
        </p:nvSpPr>
        <p:spPr>
          <a:xfrm>
            <a:off x="4962243" y="3142073"/>
            <a:ext cx="1590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8" name="Google Shape;188;p19"/>
          <p:cNvSpPr txBox="1"/>
          <p:nvPr>
            <p:ph idx="9" type="subTitle"/>
          </p:nvPr>
        </p:nvSpPr>
        <p:spPr>
          <a:xfrm>
            <a:off x="6838273" y="1862550"/>
            <a:ext cx="1592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189" name="Google Shape;189;p19"/>
          <p:cNvSpPr txBox="1"/>
          <p:nvPr>
            <p:ph idx="13" type="title"/>
          </p:nvPr>
        </p:nvSpPr>
        <p:spPr>
          <a:xfrm>
            <a:off x="6840009" y="1468475"/>
            <a:ext cx="1590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0" name="Google Shape;190;p19"/>
          <p:cNvSpPr txBox="1"/>
          <p:nvPr>
            <p:ph idx="14" type="subTitle"/>
          </p:nvPr>
        </p:nvSpPr>
        <p:spPr>
          <a:xfrm>
            <a:off x="6838254" y="3536150"/>
            <a:ext cx="1592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191" name="Google Shape;191;p19"/>
          <p:cNvSpPr txBox="1"/>
          <p:nvPr>
            <p:ph idx="15" type="title"/>
          </p:nvPr>
        </p:nvSpPr>
        <p:spPr>
          <a:xfrm>
            <a:off x="6838260" y="3142073"/>
            <a:ext cx="1590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3_1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0"/>
          <p:cNvSpPr txBox="1"/>
          <p:nvPr>
            <p:ph type="title"/>
          </p:nvPr>
        </p:nvSpPr>
        <p:spPr>
          <a:xfrm>
            <a:off x="713400" y="445025"/>
            <a:ext cx="7717200" cy="7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94" name="Google Shape;194;p20"/>
          <p:cNvSpPr txBox="1"/>
          <p:nvPr>
            <p:ph idx="2" type="title"/>
          </p:nvPr>
        </p:nvSpPr>
        <p:spPr>
          <a:xfrm>
            <a:off x="1355404" y="2200050"/>
            <a:ext cx="2494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5" name="Google Shape;195;p20"/>
          <p:cNvSpPr txBox="1"/>
          <p:nvPr>
            <p:ph idx="1" type="subTitle"/>
          </p:nvPr>
        </p:nvSpPr>
        <p:spPr>
          <a:xfrm>
            <a:off x="1355404" y="2629599"/>
            <a:ext cx="2494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20"/>
          <p:cNvSpPr txBox="1"/>
          <p:nvPr>
            <p:ph idx="3" type="title"/>
          </p:nvPr>
        </p:nvSpPr>
        <p:spPr>
          <a:xfrm>
            <a:off x="5294225" y="2200051"/>
            <a:ext cx="2494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7" name="Google Shape;197;p20"/>
          <p:cNvSpPr txBox="1"/>
          <p:nvPr>
            <p:ph idx="4" type="subTitle"/>
          </p:nvPr>
        </p:nvSpPr>
        <p:spPr>
          <a:xfrm>
            <a:off x="5294225" y="2629600"/>
            <a:ext cx="2494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20"/>
          <p:cNvSpPr/>
          <p:nvPr/>
        </p:nvSpPr>
        <p:spPr>
          <a:xfrm>
            <a:off x="351238" y="4496363"/>
            <a:ext cx="130500" cy="130500"/>
          </a:xfrm>
          <a:prstGeom prst="star4">
            <a:avLst>
              <a:gd fmla="val 2019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6739525" y="-33525"/>
            <a:ext cx="2461100" cy="1171625"/>
          </a:xfrm>
          <a:custGeom>
            <a:rect b="b" l="l" r="r" t="t"/>
            <a:pathLst>
              <a:path extrusionOk="0" h="46865" w="98444">
                <a:moveTo>
                  <a:pt x="0" y="0"/>
                </a:moveTo>
                <a:cubicBezTo>
                  <a:pt x="0" y="10124"/>
                  <a:pt x="14070" y="16247"/>
                  <a:pt x="23873" y="18777"/>
                </a:cubicBezTo>
                <a:cubicBezTo>
                  <a:pt x="33388" y="21232"/>
                  <a:pt x="44207" y="18377"/>
                  <a:pt x="53112" y="22532"/>
                </a:cubicBezTo>
                <a:cubicBezTo>
                  <a:pt x="61207" y="26309"/>
                  <a:pt x="66084" y="34876"/>
                  <a:pt x="73230" y="40236"/>
                </a:cubicBezTo>
                <a:cubicBezTo>
                  <a:pt x="80119" y="45403"/>
                  <a:pt x="90273" y="48589"/>
                  <a:pt x="98444" y="45869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-40225" y="4230837"/>
            <a:ext cx="2273325" cy="932800"/>
          </a:xfrm>
          <a:custGeom>
            <a:rect b="b" l="l" r="r" t="t"/>
            <a:pathLst>
              <a:path extrusionOk="0" h="37312" w="90933">
                <a:moveTo>
                  <a:pt x="0" y="3245"/>
                </a:moveTo>
                <a:cubicBezTo>
                  <a:pt x="6832" y="512"/>
                  <a:pt x="15128" y="-1275"/>
                  <a:pt x="21995" y="1368"/>
                </a:cubicBezTo>
                <a:cubicBezTo>
                  <a:pt x="31291" y="4946"/>
                  <a:pt x="36867" y="15076"/>
                  <a:pt x="45869" y="19340"/>
                </a:cubicBezTo>
                <a:cubicBezTo>
                  <a:pt x="60485" y="26262"/>
                  <a:pt x="83695" y="22850"/>
                  <a:pt x="90933" y="37312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1607113" y="233763"/>
            <a:ext cx="130500" cy="130500"/>
          </a:xfrm>
          <a:prstGeom prst="star4">
            <a:avLst>
              <a:gd fmla="val 2019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3_1_1_1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04" name="Google Shape;204;p21"/>
          <p:cNvSpPr txBox="1"/>
          <p:nvPr>
            <p:ph idx="2" type="title"/>
          </p:nvPr>
        </p:nvSpPr>
        <p:spPr>
          <a:xfrm>
            <a:off x="840650" y="1877025"/>
            <a:ext cx="2151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05" name="Google Shape;205;p21"/>
          <p:cNvSpPr txBox="1"/>
          <p:nvPr>
            <p:ph idx="1" type="subTitle"/>
          </p:nvPr>
        </p:nvSpPr>
        <p:spPr>
          <a:xfrm>
            <a:off x="840650" y="2355974"/>
            <a:ext cx="2151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1"/>
          <p:cNvSpPr txBox="1"/>
          <p:nvPr>
            <p:ph idx="3" type="title"/>
          </p:nvPr>
        </p:nvSpPr>
        <p:spPr>
          <a:xfrm>
            <a:off x="3496585" y="2703775"/>
            <a:ext cx="2151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07" name="Google Shape;207;p21"/>
          <p:cNvSpPr txBox="1"/>
          <p:nvPr>
            <p:ph idx="4" type="subTitle"/>
          </p:nvPr>
        </p:nvSpPr>
        <p:spPr>
          <a:xfrm>
            <a:off x="3496576" y="3182725"/>
            <a:ext cx="2151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8" name="Google Shape;208;p21"/>
          <p:cNvSpPr txBox="1"/>
          <p:nvPr>
            <p:ph idx="5" type="title"/>
          </p:nvPr>
        </p:nvSpPr>
        <p:spPr>
          <a:xfrm>
            <a:off x="6152578" y="1877025"/>
            <a:ext cx="21510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09" name="Google Shape;209;p21"/>
          <p:cNvSpPr txBox="1"/>
          <p:nvPr>
            <p:ph idx="6" type="subTitle"/>
          </p:nvPr>
        </p:nvSpPr>
        <p:spPr>
          <a:xfrm>
            <a:off x="6152575" y="2355975"/>
            <a:ext cx="2151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1"/>
          <p:cNvSpPr/>
          <p:nvPr/>
        </p:nvSpPr>
        <p:spPr>
          <a:xfrm>
            <a:off x="-40225" y="4230837"/>
            <a:ext cx="2273325" cy="932800"/>
          </a:xfrm>
          <a:custGeom>
            <a:rect b="b" l="l" r="r" t="t"/>
            <a:pathLst>
              <a:path extrusionOk="0" h="37312" w="90933">
                <a:moveTo>
                  <a:pt x="0" y="3245"/>
                </a:moveTo>
                <a:cubicBezTo>
                  <a:pt x="6832" y="512"/>
                  <a:pt x="15128" y="-1275"/>
                  <a:pt x="21995" y="1368"/>
                </a:cubicBezTo>
                <a:cubicBezTo>
                  <a:pt x="31291" y="4946"/>
                  <a:pt x="36867" y="15076"/>
                  <a:pt x="45869" y="19340"/>
                </a:cubicBezTo>
                <a:cubicBezTo>
                  <a:pt x="60485" y="26262"/>
                  <a:pt x="83695" y="22850"/>
                  <a:pt x="90933" y="37312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1"/>
          <p:cNvSpPr/>
          <p:nvPr/>
        </p:nvSpPr>
        <p:spPr>
          <a:xfrm>
            <a:off x="6739525" y="-33525"/>
            <a:ext cx="2461100" cy="1171625"/>
          </a:xfrm>
          <a:custGeom>
            <a:rect b="b" l="l" r="r" t="t"/>
            <a:pathLst>
              <a:path extrusionOk="0" h="46865" w="98444">
                <a:moveTo>
                  <a:pt x="0" y="0"/>
                </a:moveTo>
                <a:cubicBezTo>
                  <a:pt x="0" y="10124"/>
                  <a:pt x="14070" y="16247"/>
                  <a:pt x="23873" y="18777"/>
                </a:cubicBezTo>
                <a:cubicBezTo>
                  <a:pt x="33388" y="21232"/>
                  <a:pt x="44207" y="18377"/>
                  <a:pt x="53112" y="22532"/>
                </a:cubicBezTo>
                <a:cubicBezTo>
                  <a:pt x="61207" y="26309"/>
                  <a:pt x="66084" y="34876"/>
                  <a:pt x="73230" y="40236"/>
                </a:cubicBezTo>
                <a:cubicBezTo>
                  <a:pt x="80119" y="45403"/>
                  <a:pt x="90273" y="48589"/>
                  <a:pt x="98444" y="45869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2"/>
          <p:cNvSpPr txBox="1"/>
          <p:nvPr>
            <p:ph type="title"/>
          </p:nvPr>
        </p:nvSpPr>
        <p:spPr>
          <a:xfrm>
            <a:off x="725475" y="3655700"/>
            <a:ext cx="3047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"/>
          <p:cNvSpPr txBox="1"/>
          <p:nvPr>
            <p:ph type="title"/>
          </p:nvPr>
        </p:nvSpPr>
        <p:spPr>
          <a:xfrm>
            <a:off x="713400" y="1648200"/>
            <a:ext cx="3012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16" name="Google Shape;216;p23"/>
          <p:cNvSpPr txBox="1"/>
          <p:nvPr>
            <p:ph idx="1" type="body"/>
          </p:nvPr>
        </p:nvSpPr>
        <p:spPr>
          <a:xfrm>
            <a:off x="4670525" y="1519950"/>
            <a:ext cx="3760200" cy="21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3C3C"/>
              </a:buClr>
              <a:buSzPts val="1000"/>
              <a:buFont typeface="Open Sans Medium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4722"/>
              </a:buClr>
              <a:buSzPts val="1400"/>
              <a:buFont typeface="Open Sans Medium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4722"/>
              </a:buClr>
              <a:buSzPts val="1400"/>
              <a:buFont typeface="Open Sans Medium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4722"/>
              </a:buClr>
              <a:buSzPts val="1400"/>
              <a:buFont typeface="Open Sans Medium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4722"/>
              </a:buClr>
              <a:buSzPts val="1400"/>
              <a:buFont typeface="Open Sans Medium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4722"/>
              </a:buClr>
              <a:buSzPts val="1400"/>
              <a:buFont typeface="Open Sans Medium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4722"/>
              </a:buClr>
              <a:buSzPts val="1400"/>
              <a:buFont typeface="Open Sans Medium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4722"/>
              </a:buClr>
              <a:buSzPts val="1400"/>
              <a:buFont typeface="Open Sans Medium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4722"/>
              </a:buClr>
              <a:buSzPts val="1400"/>
              <a:buFont typeface="Open Sans Medium"/>
              <a:buChar char="■"/>
              <a:defRPr/>
            </a:lvl9pPr>
          </a:lstStyle>
          <a:p/>
        </p:txBody>
      </p:sp>
      <p:sp>
        <p:nvSpPr>
          <p:cNvPr id="217" name="Google Shape;217;p23"/>
          <p:cNvSpPr/>
          <p:nvPr/>
        </p:nvSpPr>
        <p:spPr>
          <a:xfrm>
            <a:off x="-47625" y="609603"/>
            <a:ext cx="9277826" cy="430488"/>
          </a:xfrm>
          <a:custGeom>
            <a:rect b="b" l="l" r="r" t="t"/>
            <a:pathLst>
              <a:path extrusionOk="0" h="32120" w="385572">
                <a:moveTo>
                  <a:pt x="0" y="27892"/>
                </a:moveTo>
                <a:cubicBezTo>
                  <a:pt x="17971" y="23257"/>
                  <a:pt x="63437" y="-556"/>
                  <a:pt x="107823" y="79"/>
                </a:cubicBezTo>
                <a:cubicBezTo>
                  <a:pt x="152210" y="714"/>
                  <a:pt x="220028" y="28908"/>
                  <a:pt x="266319" y="31702"/>
                </a:cubicBezTo>
                <a:cubicBezTo>
                  <a:pt x="312611" y="34496"/>
                  <a:pt x="365697" y="19320"/>
                  <a:pt x="385572" y="16843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/>
          <p:nvPr/>
        </p:nvSpPr>
        <p:spPr>
          <a:xfrm rot="10800000">
            <a:off x="-47625" y="4267203"/>
            <a:ext cx="9277826" cy="430488"/>
          </a:xfrm>
          <a:custGeom>
            <a:rect b="b" l="l" r="r" t="t"/>
            <a:pathLst>
              <a:path extrusionOk="0" h="32120" w="385572">
                <a:moveTo>
                  <a:pt x="0" y="27892"/>
                </a:moveTo>
                <a:cubicBezTo>
                  <a:pt x="17971" y="23257"/>
                  <a:pt x="63437" y="-556"/>
                  <a:pt x="107823" y="79"/>
                </a:cubicBezTo>
                <a:cubicBezTo>
                  <a:pt x="152210" y="714"/>
                  <a:pt x="220028" y="28908"/>
                  <a:pt x="266319" y="31702"/>
                </a:cubicBezTo>
                <a:cubicBezTo>
                  <a:pt x="312611" y="34496"/>
                  <a:pt x="365697" y="19320"/>
                  <a:pt x="385572" y="16843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2_1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4"/>
          <p:cNvSpPr txBox="1"/>
          <p:nvPr>
            <p:ph idx="1" type="subTitle"/>
          </p:nvPr>
        </p:nvSpPr>
        <p:spPr>
          <a:xfrm>
            <a:off x="713400" y="2901363"/>
            <a:ext cx="2901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24"/>
          <p:cNvSpPr txBox="1"/>
          <p:nvPr>
            <p:ph type="title"/>
          </p:nvPr>
        </p:nvSpPr>
        <p:spPr>
          <a:xfrm>
            <a:off x="713400" y="1195438"/>
            <a:ext cx="2901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grpSp>
        <p:nvGrpSpPr>
          <p:cNvPr id="222" name="Google Shape;222;p24"/>
          <p:cNvGrpSpPr/>
          <p:nvPr/>
        </p:nvGrpSpPr>
        <p:grpSpPr>
          <a:xfrm rot="-975956">
            <a:off x="171816" y="4808"/>
            <a:ext cx="1910019" cy="731326"/>
            <a:chOff x="4122025" y="3191125"/>
            <a:chExt cx="1644600" cy="629700"/>
          </a:xfrm>
        </p:grpSpPr>
        <p:sp>
          <p:nvSpPr>
            <p:cNvPr id="223" name="Google Shape;223;p24"/>
            <p:cNvSpPr/>
            <p:nvPr/>
          </p:nvSpPr>
          <p:spPr>
            <a:xfrm>
              <a:off x="4122025" y="3191125"/>
              <a:ext cx="1644600" cy="629700"/>
            </a:xfrm>
            <a:prstGeom prst="ellipse">
              <a:avLst/>
            </a:prstGeom>
            <a:solidFill>
              <a:schemeClr val="accent5"/>
            </a:solidFill>
            <a:ln cap="flat" cmpd="sng" w="152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24"/>
            <p:cNvSpPr/>
            <p:nvPr/>
          </p:nvSpPr>
          <p:spPr>
            <a:xfrm>
              <a:off x="4122025" y="3191125"/>
              <a:ext cx="1644600" cy="62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5" name="Google Shape;225;p24"/>
            <p:cNvGrpSpPr/>
            <p:nvPr/>
          </p:nvGrpSpPr>
          <p:grpSpPr>
            <a:xfrm>
              <a:off x="4618275" y="3440725"/>
              <a:ext cx="652100" cy="130500"/>
              <a:chOff x="4549450" y="3462800"/>
              <a:chExt cx="652100" cy="130500"/>
            </a:xfrm>
          </p:grpSpPr>
          <p:sp>
            <p:nvSpPr>
              <p:cNvPr id="226" name="Google Shape;226;p24"/>
              <p:cNvSpPr/>
              <p:nvPr/>
            </p:nvSpPr>
            <p:spPr>
              <a:xfrm>
                <a:off x="4549450" y="3462800"/>
                <a:ext cx="130500" cy="130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24"/>
              <p:cNvSpPr/>
              <p:nvPr/>
            </p:nvSpPr>
            <p:spPr>
              <a:xfrm>
                <a:off x="4810250" y="3462800"/>
                <a:ext cx="130500" cy="130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24"/>
              <p:cNvSpPr/>
              <p:nvPr/>
            </p:nvSpPr>
            <p:spPr>
              <a:xfrm>
                <a:off x="5071050" y="3462800"/>
                <a:ext cx="130500" cy="130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29" name="Google Shape;229;p24"/>
          <p:cNvSpPr/>
          <p:nvPr/>
        </p:nvSpPr>
        <p:spPr>
          <a:xfrm>
            <a:off x="8730688" y="4363563"/>
            <a:ext cx="130500" cy="130500"/>
          </a:xfrm>
          <a:prstGeom prst="star4">
            <a:avLst>
              <a:gd fmla="val 2019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3_1_1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5"/>
          <p:cNvSpPr txBox="1"/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32" name="Google Shape;232;p25"/>
          <p:cNvSpPr txBox="1"/>
          <p:nvPr>
            <p:ph idx="2" type="title"/>
          </p:nvPr>
        </p:nvSpPr>
        <p:spPr>
          <a:xfrm>
            <a:off x="1716725" y="3362500"/>
            <a:ext cx="2390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33" name="Google Shape;233;p25"/>
          <p:cNvSpPr txBox="1"/>
          <p:nvPr>
            <p:ph idx="1" type="subTitle"/>
          </p:nvPr>
        </p:nvSpPr>
        <p:spPr>
          <a:xfrm>
            <a:off x="1716725" y="3803270"/>
            <a:ext cx="2390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25"/>
          <p:cNvSpPr txBox="1"/>
          <p:nvPr>
            <p:ph idx="3" type="title"/>
          </p:nvPr>
        </p:nvSpPr>
        <p:spPr>
          <a:xfrm>
            <a:off x="5036513" y="3362500"/>
            <a:ext cx="2390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35" name="Google Shape;235;p25"/>
          <p:cNvSpPr txBox="1"/>
          <p:nvPr>
            <p:ph idx="4" type="subTitle"/>
          </p:nvPr>
        </p:nvSpPr>
        <p:spPr>
          <a:xfrm>
            <a:off x="5036513" y="3803270"/>
            <a:ext cx="2390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36" name="Google Shape;236;p25"/>
          <p:cNvGrpSpPr/>
          <p:nvPr/>
        </p:nvGrpSpPr>
        <p:grpSpPr>
          <a:xfrm>
            <a:off x="-7250" y="1032738"/>
            <a:ext cx="9222075" cy="1948137"/>
            <a:chOff x="-7250" y="1032738"/>
            <a:chExt cx="9222075" cy="1948137"/>
          </a:xfrm>
        </p:grpSpPr>
        <p:sp>
          <p:nvSpPr>
            <p:cNvPr id="237" name="Google Shape;237;p25"/>
            <p:cNvSpPr/>
            <p:nvPr/>
          </p:nvSpPr>
          <p:spPr>
            <a:xfrm>
              <a:off x="-7250" y="1032738"/>
              <a:ext cx="2752875" cy="1039150"/>
            </a:xfrm>
            <a:custGeom>
              <a:rect b="b" l="l" r="r" t="t"/>
              <a:pathLst>
                <a:path extrusionOk="0" h="41566" w="110115">
                  <a:moveTo>
                    <a:pt x="0" y="3315"/>
                  </a:moveTo>
                  <a:cubicBezTo>
                    <a:pt x="8799" y="2438"/>
                    <a:pt x="17647" y="-1035"/>
                    <a:pt x="26370" y="418"/>
                  </a:cubicBezTo>
                  <a:cubicBezTo>
                    <a:pt x="39278" y="2567"/>
                    <a:pt x="45434" y="18505"/>
                    <a:pt x="56217" y="25918"/>
                  </a:cubicBezTo>
                  <a:cubicBezTo>
                    <a:pt x="71633" y="36517"/>
                    <a:pt x="91407" y="41566"/>
                    <a:pt x="110115" y="4156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5"/>
            <p:cNvSpPr/>
            <p:nvPr/>
          </p:nvSpPr>
          <p:spPr>
            <a:xfrm>
              <a:off x="3513525" y="1811322"/>
              <a:ext cx="2303700" cy="238825"/>
            </a:xfrm>
            <a:custGeom>
              <a:rect b="b" l="l" r="r" t="t"/>
              <a:pathLst>
                <a:path extrusionOk="0" h="9553" w="92148">
                  <a:moveTo>
                    <a:pt x="0" y="9553"/>
                  </a:moveTo>
                  <a:cubicBezTo>
                    <a:pt x="12104" y="8688"/>
                    <a:pt x="23303" y="2305"/>
                    <a:pt x="35352" y="860"/>
                  </a:cubicBezTo>
                  <a:cubicBezTo>
                    <a:pt x="54257" y="-1408"/>
                    <a:pt x="74087" y="918"/>
                    <a:pt x="92148" y="694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5"/>
            <p:cNvSpPr/>
            <p:nvPr/>
          </p:nvSpPr>
          <p:spPr>
            <a:xfrm>
              <a:off x="6722775" y="2260250"/>
              <a:ext cx="2492050" cy="720625"/>
            </a:xfrm>
            <a:custGeom>
              <a:rect b="b" l="l" r="r" t="t"/>
              <a:pathLst>
                <a:path extrusionOk="0" h="28825" w="99682">
                  <a:moveTo>
                    <a:pt x="0" y="0"/>
                  </a:moveTo>
                  <a:cubicBezTo>
                    <a:pt x="12341" y="4488"/>
                    <a:pt x="23414" y="11916"/>
                    <a:pt x="35352" y="17386"/>
                  </a:cubicBezTo>
                  <a:cubicBezTo>
                    <a:pt x="47621" y="23008"/>
                    <a:pt x="61428" y="24575"/>
                    <a:pt x="74762" y="26659"/>
                  </a:cubicBezTo>
                  <a:cubicBezTo>
                    <a:pt x="82974" y="27942"/>
                    <a:pt x="91798" y="30159"/>
                    <a:pt x="99682" y="2752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0" name="Google Shape;240;p25"/>
          <p:cNvGrpSpPr/>
          <p:nvPr/>
        </p:nvGrpSpPr>
        <p:grpSpPr>
          <a:xfrm rot="1589318">
            <a:off x="-4820" y="1958438"/>
            <a:ext cx="1139776" cy="1139710"/>
            <a:chOff x="-738900" y="340475"/>
            <a:chExt cx="738900" cy="738900"/>
          </a:xfrm>
        </p:grpSpPr>
        <p:sp>
          <p:nvSpPr>
            <p:cNvPr id="241" name="Google Shape;241;p25"/>
            <p:cNvSpPr/>
            <p:nvPr/>
          </p:nvSpPr>
          <p:spPr>
            <a:xfrm>
              <a:off x="-738900" y="340475"/>
              <a:ext cx="738900" cy="738900"/>
            </a:xfrm>
            <a:prstGeom prst="roundRect">
              <a:avLst>
                <a:gd fmla="val 24509" name="adj"/>
              </a:avLst>
            </a:prstGeom>
            <a:solidFill>
              <a:schemeClr val="accent5"/>
            </a:solidFill>
            <a:ln cap="flat" cmpd="sng" w="152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25"/>
            <p:cNvSpPr/>
            <p:nvPr/>
          </p:nvSpPr>
          <p:spPr>
            <a:xfrm>
              <a:off x="-738900" y="340475"/>
              <a:ext cx="738900" cy="738900"/>
            </a:xfrm>
            <a:prstGeom prst="roundRect">
              <a:avLst>
                <a:gd fmla="val 24509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25"/>
            <p:cNvSpPr/>
            <p:nvPr/>
          </p:nvSpPr>
          <p:spPr>
            <a:xfrm>
              <a:off x="-475882" y="554865"/>
              <a:ext cx="212866" cy="310118"/>
            </a:xfrm>
            <a:custGeom>
              <a:rect b="b" l="l" r="r" t="t"/>
              <a:pathLst>
                <a:path extrusionOk="0" h="6671" w="4579">
                  <a:moveTo>
                    <a:pt x="2076" y="1"/>
                  </a:moveTo>
                  <a:cubicBezTo>
                    <a:pt x="1775" y="1"/>
                    <a:pt x="1490" y="26"/>
                    <a:pt x="1239" y="68"/>
                  </a:cubicBezTo>
                  <a:cubicBezTo>
                    <a:pt x="988" y="109"/>
                    <a:pt x="770" y="176"/>
                    <a:pt x="586" y="260"/>
                  </a:cubicBezTo>
                  <a:cubicBezTo>
                    <a:pt x="402" y="352"/>
                    <a:pt x="260" y="461"/>
                    <a:pt x="151" y="603"/>
                  </a:cubicBezTo>
                  <a:cubicBezTo>
                    <a:pt x="51" y="737"/>
                    <a:pt x="0" y="896"/>
                    <a:pt x="0" y="1072"/>
                  </a:cubicBezTo>
                  <a:cubicBezTo>
                    <a:pt x="0" y="1256"/>
                    <a:pt x="42" y="1407"/>
                    <a:pt x="126" y="1541"/>
                  </a:cubicBezTo>
                  <a:cubicBezTo>
                    <a:pt x="210" y="1666"/>
                    <a:pt x="310" y="1775"/>
                    <a:pt x="427" y="1867"/>
                  </a:cubicBezTo>
                  <a:cubicBezTo>
                    <a:pt x="586" y="1767"/>
                    <a:pt x="787" y="1683"/>
                    <a:pt x="1030" y="1608"/>
                  </a:cubicBezTo>
                  <a:cubicBezTo>
                    <a:pt x="1281" y="1532"/>
                    <a:pt x="1549" y="1490"/>
                    <a:pt x="1833" y="1490"/>
                  </a:cubicBezTo>
                  <a:cubicBezTo>
                    <a:pt x="2143" y="1490"/>
                    <a:pt x="2369" y="1541"/>
                    <a:pt x="2494" y="1633"/>
                  </a:cubicBezTo>
                  <a:cubicBezTo>
                    <a:pt x="2628" y="1733"/>
                    <a:pt x="2687" y="1842"/>
                    <a:pt x="2687" y="1976"/>
                  </a:cubicBezTo>
                  <a:cubicBezTo>
                    <a:pt x="2695" y="2218"/>
                    <a:pt x="2520" y="2386"/>
                    <a:pt x="2176" y="2478"/>
                  </a:cubicBezTo>
                  <a:lnTo>
                    <a:pt x="1365" y="2679"/>
                  </a:lnTo>
                  <a:cubicBezTo>
                    <a:pt x="1139" y="2737"/>
                    <a:pt x="971" y="2821"/>
                    <a:pt x="854" y="2930"/>
                  </a:cubicBezTo>
                  <a:cubicBezTo>
                    <a:pt x="745" y="3039"/>
                    <a:pt x="687" y="3198"/>
                    <a:pt x="687" y="3415"/>
                  </a:cubicBezTo>
                  <a:cubicBezTo>
                    <a:pt x="687" y="3633"/>
                    <a:pt x="745" y="3825"/>
                    <a:pt x="846" y="3993"/>
                  </a:cubicBezTo>
                  <a:cubicBezTo>
                    <a:pt x="954" y="4152"/>
                    <a:pt x="1063" y="4269"/>
                    <a:pt x="1180" y="4328"/>
                  </a:cubicBezTo>
                  <a:lnTo>
                    <a:pt x="2235" y="4110"/>
                  </a:lnTo>
                  <a:cubicBezTo>
                    <a:pt x="3800" y="3792"/>
                    <a:pt x="4578" y="3081"/>
                    <a:pt x="4578" y="1967"/>
                  </a:cubicBezTo>
                  <a:cubicBezTo>
                    <a:pt x="4570" y="1382"/>
                    <a:pt x="4361" y="904"/>
                    <a:pt x="3942" y="536"/>
                  </a:cubicBezTo>
                  <a:cubicBezTo>
                    <a:pt x="3515" y="176"/>
                    <a:pt x="2896" y="1"/>
                    <a:pt x="2076" y="1"/>
                  </a:cubicBezTo>
                  <a:close/>
                  <a:moveTo>
                    <a:pt x="1880" y="4712"/>
                  </a:moveTo>
                  <a:cubicBezTo>
                    <a:pt x="1867" y="4712"/>
                    <a:pt x="1855" y="4712"/>
                    <a:pt x="1842" y="4713"/>
                  </a:cubicBezTo>
                  <a:cubicBezTo>
                    <a:pt x="1532" y="4713"/>
                    <a:pt x="1281" y="4805"/>
                    <a:pt x="1105" y="4989"/>
                  </a:cubicBezTo>
                  <a:cubicBezTo>
                    <a:pt x="929" y="5173"/>
                    <a:pt x="846" y="5407"/>
                    <a:pt x="846" y="5692"/>
                  </a:cubicBezTo>
                  <a:cubicBezTo>
                    <a:pt x="846" y="5976"/>
                    <a:pt x="938" y="6211"/>
                    <a:pt x="1113" y="6395"/>
                  </a:cubicBezTo>
                  <a:cubicBezTo>
                    <a:pt x="1289" y="6579"/>
                    <a:pt x="1540" y="6671"/>
                    <a:pt x="1850" y="6671"/>
                  </a:cubicBezTo>
                  <a:cubicBezTo>
                    <a:pt x="2160" y="6663"/>
                    <a:pt x="2411" y="6570"/>
                    <a:pt x="2586" y="6386"/>
                  </a:cubicBezTo>
                  <a:cubicBezTo>
                    <a:pt x="2762" y="6202"/>
                    <a:pt x="2846" y="5968"/>
                    <a:pt x="2846" y="5683"/>
                  </a:cubicBezTo>
                  <a:cubicBezTo>
                    <a:pt x="2846" y="5399"/>
                    <a:pt x="2754" y="5164"/>
                    <a:pt x="2578" y="4980"/>
                  </a:cubicBezTo>
                  <a:cubicBezTo>
                    <a:pt x="2402" y="4804"/>
                    <a:pt x="2171" y="4712"/>
                    <a:pt x="1880" y="47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4" name="Google Shape;244;p25"/>
          <p:cNvGrpSpPr/>
          <p:nvPr/>
        </p:nvGrpSpPr>
        <p:grpSpPr>
          <a:xfrm rot="-595345">
            <a:off x="7948816" y="842473"/>
            <a:ext cx="1459435" cy="1511196"/>
            <a:chOff x="970736" y="3771472"/>
            <a:chExt cx="879000" cy="910175"/>
          </a:xfrm>
        </p:grpSpPr>
        <p:grpSp>
          <p:nvGrpSpPr>
            <p:cNvPr id="245" name="Google Shape;245;p25"/>
            <p:cNvGrpSpPr/>
            <p:nvPr/>
          </p:nvGrpSpPr>
          <p:grpSpPr>
            <a:xfrm>
              <a:off x="970736" y="3771472"/>
              <a:ext cx="879000" cy="910175"/>
              <a:chOff x="422475" y="1527756"/>
              <a:chExt cx="879000" cy="910175"/>
            </a:xfrm>
          </p:grpSpPr>
          <p:grpSp>
            <p:nvGrpSpPr>
              <p:cNvPr id="246" name="Google Shape;246;p25"/>
              <p:cNvGrpSpPr/>
              <p:nvPr/>
            </p:nvGrpSpPr>
            <p:grpSpPr>
              <a:xfrm>
                <a:off x="422475" y="1527756"/>
                <a:ext cx="879000" cy="910175"/>
                <a:chOff x="422475" y="938850"/>
                <a:chExt cx="879000" cy="910175"/>
              </a:xfrm>
            </p:grpSpPr>
            <p:sp>
              <p:nvSpPr>
                <p:cNvPr id="247" name="Google Shape;247;p25"/>
                <p:cNvSpPr/>
                <p:nvPr/>
              </p:nvSpPr>
              <p:spPr>
                <a:xfrm>
                  <a:off x="422475" y="938850"/>
                  <a:ext cx="879000" cy="710700"/>
                </a:xfrm>
                <a:prstGeom prst="roundRect">
                  <a:avLst>
                    <a:gd fmla="val 19815" name="adj"/>
                  </a:avLst>
                </a:prstGeom>
                <a:solidFill>
                  <a:schemeClr val="accent5"/>
                </a:solidFill>
                <a:ln cap="flat" cmpd="sng" w="152400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8" name="Google Shape;248;p25"/>
                <p:cNvSpPr/>
                <p:nvPr/>
              </p:nvSpPr>
              <p:spPr>
                <a:xfrm flipH="1" rot="10800000">
                  <a:off x="589350" y="1600925"/>
                  <a:ext cx="248100" cy="248100"/>
                </a:xfrm>
                <a:prstGeom prst="rtTriangle">
                  <a:avLst/>
                </a:prstGeom>
                <a:solidFill>
                  <a:schemeClr val="accent5"/>
                </a:solidFill>
                <a:ln cap="flat" cmpd="sng" w="152400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49" name="Google Shape;249;p25"/>
              <p:cNvGrpSpPr/>
              <p:nvPr/>
            </p:nvGrpSpPr>
            <p:grpSpPr>
              <a:xfrm>
                <a:off x="422475" y="1527756"/>
                <a:ext cx="879000" cy="910175"/>
                <a:chOff x="422475" y="938850"/>
                <a:chExt cx="879000" cy="910175"/>
              </a:xfrm>
            </p:grpSpPr>
            <p:sp>
              <p:nvSpPr>
                <p:cNvPr id="250" name="Google Shape;250;p25"/>
                <p:cNvSpPr/>
                <p:nvPr/>
              </p:nvSpPr>
              <p:spPr>
                <a:xfrm>
                  <a:off x="422475" y="938850"/>
                  <a:ext cx="879000" cy="710700"/>
                </a:xfrm>
                <a:prstGeom prst="roundRect">
                  <a:avLst>
                    <a:gd fmla="val 19815" name="adj"/>
                  </a:avLst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1" name="Google Shape;251;p25"/>
                <p:cNvSpPr/>
                <p:nvPr/>
              </p:nvSpPr>
              <p:spPr>
                <a:xfrm flipH="1" rot="10800000">
                  <a:off x="589350" y="1600925"/>
                  <a:ext cx="248100" cy="248100"/>
                </a:xfrm>
                <a:prstGeom prst="rtTriangl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52" name="Google Shape;252;p25"/>
            <p:cNvGrpSpPr/>
            <p:nvPr/>
          </p:nvGrpSpPr>
          <p:grpSpPr>
            <a:xfrm>
              <a:off x="1135886" y="4087727"/>
              <a:ext cx="548677" cy="109803"/>
              <a:chOff x="4549450" y="3462800"/>
              <a:chExt cx="652100" cy="130500"/>
            </a:xfrm>
          </p:grpSpPr>
          <p:sp>
            <p:nvSpPr>
              <p:cNvPr id="253" name="Google Shape;253;p25"/>
              <p:cNvSpPr/>
              <p:nvPr/>
            </p:nvSpPr>
            <p:spPr>
              <a:xfrm>
                <a:off x="4549450" y="3462800"/>
                <a:ext cx="130500" cy="130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25"/>
              <p:cNvSpPr/>
              <p:nvPr/>
            </p:nvSpPr>
            <p:spPr>
              <a:xfrm>
                <a:off x="4810250" y="3462800"/>
                <a:ext cx="130500" cy="130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25"/>
              <p:cNvSpPr/>
              <p:nvPr/>
            </p:nvSpPr>
            <p:spPr>
              <a:xfrm>
                <a:off x="5071050" y="3462800"/>
                <a:ext cx="130500" cy="130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2_1_1_1_1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6"/>
          <p:cNvSpPr txBox="1"/>
          <p:nvPr>
            <p:ph idx="1" type="subTitle"/>
          </p:nvPr>
        </p:nvSpPr>
        <p:spPr>
          <a:xfrm>
            <a:off x="798375" y="3224550"/>
            <a:ext cx="2858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26"/>
          <p:cNvSpPr txBox="1"/>
          <p:nvPr>
            <p:ph type="title"/>
          </p:nvPr>
        </p:nvSpPr>
        <p:spPr>
          <a:xfrm>
            <a:off x="798375" y="1931550"/>
            <a:ext cx="2858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59" name="Google Shape;259;p26"/>
          <p:cNvSpPr/>
          <p:nvPr/>
        </p:nvSpPr>
        <p:spPr>
          <a:xfrm>
            <a:off x="6556650" y="2104164"/>
            <a:ext cx="2621950" cy="3068300"/>
          </a:xfrm>
          <a:custGeom>
            <a:rect b="b" l="l" r="r" t="t"/>
            <a:pathLst>
              <a:path extrusionOk="0" h="122732" w="104878">
                <a:moveTo>
                  <a:pt x="1429" y="122732"/>
                </a:moveTo>
                <a:cubicBezTo>
                  <a:pt x="798" y="115800"/>
                  <a:pt x="-804" y="108694"/>
                  <a:pt x="560" y="101868"/>
                </a:cubicBezTo>
                <a:cubicBezTo>
                  <a:pt x="1774" y="95793"/>
                  <a:pt x="8621" y="91941"/>
                  <a:pt x="10122" y="85931"/>
                </a:cubicBezTo>
                <a:cubicBezTo>
                  <a:pt x="12480" y="76492"/>
                  <a:pt x="3743" y="66239"/>
                  <a:pt x="6645" y="56953"/>
                </a:cubicBezTo>
                <a:cubicBezTo>
                  <a:pt x="9250" y="48616"/>
                  <a:pt x="15884" y="41619"/>
                  <a:pt x="22872" y="36379"/>
                </a:cubicBezTo>
                <a:cubicBezTo>
                  <a:pt x="37001" y="25785"/>
                  <a:pt x="60337" y="36899"/>
                  <a:pt x="75032" y="27106"/>
                </a:cubicBezTo>
                <a:cubicBezTo>
                  <a:pt x="82371" y="22215"/>
                  <a:pt x="81546" y="10160"/>
                  <a:pt x="87782" y="3924"/>
                </a:cubicBezTo>
                <a:cubicBezTo>
                  <a:pt x="91869" y="-163"/>
                  <a:pt x="99395" y="-803"/>
                  <a:pt x="104878" y="1027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6"/>
          <p:cNvSpPr/>
          <p:nvPr/>
        </p:nvSpPr>
        <p:spPr>
          <a:xfrm flipH="1">
            <a:off x="8115190" y="4082625"/>
            <a:ext cx="130500" cy="130500"/>
          </a:xfrm>
          <a:prstGeom prst="star4">
            <a:avLst>
              <a:gd fmla="val 2019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6"/>
          <p:cNvSpPr/>
          <p:nvPr/>
        </p:nvSpPr>
        <p:spPr>
          <a:xfrm flipH="1">
            <a:off x="798365" y="1351500"/>
            <a:ext cx="130500" cy="130500"/>
          </a:xfrm>
          <a:prstGeom prst="star4">
            <a:avLst>
              <a:gd fmla="val 2019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6"/>
          <p:cNvSpPr/>
          <p:nvPr/>
        </p:nvSpPr>
        <p:spPr>
          <a:xfrm flipH="1">
            <a:off x="2037165" y="214125"/>
            <a:ext cx="130500" cy="130500"/>
          </a:xfrm>
          <a:prstGeom prst="star4">
            <a:avLst>
              <a:gd fmla="val 2019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6"/>
          <p:cNvSpPr/>
          <p:nvPr/>
        </p:nvSpPr>
        <p:spPr>
          <a:xfrm>
            <a:off x="-28975" y="-7250"/>
            <a:ext cx="3194775" cy="1793925"/>
          </a:xfrm>
          <a:custGeom>
            <a:rect b="b" l="l" r="r" t="t"/>
            <a:pathLst>
              <a:path extrusionOk="0" h="71757" w="127791">
                <a:moveTo>
                  <a:pt x="127791" y="0"/>
                </a:moveTo>
                <a:cubicBezTo>
                  <a:pt x="126350" y="11521"/>
                  <a:pt x="114424" y="21815"/>
                  <a:pt x="103160" y="24631"/>
                </a:cubicBezTo>
                <a:cubicBezTo>
                  <a:pt x="88744" y="28235"/>
                  <a:pt x="72114" y="22621"/>
                  <a:pt x="58824" y="29267"/>
                </a:cubicBezTo>
                <a:cubicBezTo>
                  <a:pt x="51994" y="32682"/>
                  <a:pt x="47456" y="40708"/>
                  <a:pt x="39989" y="42307"/>
                </a:cubicBezTo>
                <a:cubicBezTo>
                  <a:pt x="33552" y="43686"/>
                  <a:pt x="25148" y="42235"/>
                  <a:pt x="20864" y="47233"/>
                </a:cubicBezTo>
                <a:cubicBezTo>
                  <a:pt x="16728" y="52059"/>
                  <a:pt x="19328" y="60525"/>
                  <a:pt x="15358" y="65489"/>
                </a:cubicBezTo>
                <a:cubicBezTo>
                  <a:pt x="12497" y="69066"/>
                  <a:pt x="7108" y="73091"/>
                  <a:pt x="2898" y="71285"/>
                </a:cubicBezTo>
                <a:cubicBezTo>
                  <a:pt x="913" y="70433"/>
                  <a:pt x="683" y="67538"/>
                  <a:pt x="0" y="65489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4" name="Google Shape;264;p26"/>
          <p:cNvGrpSpPr/>
          <p:nvPr/>
        </p:nvGrpSpPr>
        <p:grpSpPr>
          <a:xfrm rot="-1099872">
            <a:off x="7571894" y="-170375"/>
            <a:ext cx="1419491" cy="1419491"/>
            <a:chOff x="-738900" y="340475"/>
            <a:chExt cx="738900" cy="738900"/>
          </a:xfrm>
        </p:grpSpPr>
        <p:sp>
          <p:nvSpPr>
            <p:cNvPr id="265" name="Google Shape;265;p26"/>
            <p:cNvSpPr/>
            <p:nvPr/>
          </p:nvSpPr>
          <p:spPr>
            <a:xfrm>
              <a:off x="-738900" y="340475"/>
              <a:ext cx="738900" cy="738900"/>
            </a:xfrm>
            <a:prstGeom prst="roundRect">
              <a:avLst>
                <a:gd fmla="val 24509" name="adj"/>
              </a:avLst>
            </a:prstGeom>
            <a:solidFill>
              <a:schemeClr val="accent5"/>
            </a:solidFill>
            <a:ln cap="flat" cmpd="sng" w="152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26"/>
            <p:cNvSpPr/>
            <p:nvPr/>
          </p:nvSpPr>
          <p:spPr>
            <a:xfrm>
              <a:off x="-738900" y="340475"/>
              <a:ext cx="738900" cy="738900"/>
            </a:xfrm>
            <a:prstGeom prst="roundRect">
              <a:avLst>
                <a:gd fmla="val 24509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26"/>
            <p:cNvSpPr/>
            <p:nvPr/>
          </p:nvSpPr>
          <p:spPr>
            <a:xfrm>
              <a:off x="-475882" y="554865"/>
              <a:ext cx="212866" cy="310118"/>
            </a:xfrm>
            <a:custGeom>
              <a:rect b="b" l="l" r="r" t="t"/>
              <a:pathLst>
                <a:path extrusionOk="0" h="6671" w="4579">
                  <a:moveTo>
                    <a:pt x="2076" y="1"/>
                  </a:moveTo>
                  <a:cubicBezTo>
                    <a:pt x="1775" y="1"/>
                    <a:pt x="1490" y="26"/>
                    <a:pt x="1239" y="68"/>
                  </a:cubicBezTo>
                  <a:cubicBezTo>
                    <a:pt x="988" y="109"/>
                    <a:pt x="770" y="176"/>
                    <a:pt x="586" y="260"/>
                  </a:cubicBezTo>
                  <a:cubicBezTo>
                    <a:pt x="402" y="352"/>
                    <a:pt x="260" y="461"/>
                    <a:pt x="151" y="603"/>
                  </a:cubicBezTo>
                  <a:cubicBezTo>
                    <a:pt x="51" y="737"/>
                    <a:pt x="0" y="896"/>
                    <a:pt x="0" y="1072"/>
                  </a:cubicBezTo>
                  <a:cubicBezTo>
                    <a:pt x="0" y="1256"/>
                    <a:pt x="42" y="1407"/>
                    <a:pt x="126" y="1541"/>
                  </a:cubicBezTo>
                  <a:cubicBezTo>
                    <a:pt x="210" y="1666"/>
                    <a:pt x="310" y="1775"/>
                    <a:pt x="427" y="1867"/>
                  </a:cubicBezTo>
                  <a:cubicBezTo>
                    <a:pt x="586" y="1767"/>
                    <a:pt x="787" y="1683"/>
                    <a:pt x="1030" y="1608"/>
                  </a:cubicBezTo>
                  <a:cubicBezTo>
                    <a:pt x="1281" y="1532"/>
                    <a:pt x="1549" y="1490"/>
                    <a:pt x="1833" y="1490"/>
                  </a:cubicBezTo>
                  <a:cubicBezTo>
                    <a:pt x="2143" y="1490"/>
                    <a:pt x="2369" y="1541"/>
                    <a:pt x="2494" y="1633"/>
                  </a:cubicBezTo>
                  <a:cubicBezTo>
                    <a:pt x="2628" y="1733"/>
                    <a:pt x="2687" y="1842"/>
                    <a:pt x="2687" y="1976"/>
                  </a:cubicBezTo>
                  <a:cubicBezTo>
                    <a:pt x="2695" y="2218"/>
                    <a:pt x="2520" y="2386"/>
                    <a:pt x="2176" y="2478"/>
                  </a:cubicBezTo>
                  <a:lnTo>
                    <a:pt x="1365" y="2679"/>
                  </a:lnTo>
                  <a:cubicBezTo>
                    <a:pt x="1139" y="2737"/>
                    <a:pt x="971" y="2821"/>
                    <a:pt x="854" y="2930"/>
                  </a:cubicBezTo>
                  <a:cubicBezTo>
                    <a:pt x="745" y="3039"/>
                    <a:pt x="687" y="3198"/>
                    <a:pt x="687" y="3415"/>
                  </a:cubicBezTo>
                  <a:cubicBezTo>
                    <a:pt x="687" y="3633"/>
                    <a:pt x="745" y="3825"/>
                    <a:pt x="846" y="3993"/>
                  </a:cubicBezTo>
                  <a:cubicBezTo>
                    <a:pt x="954" y="4152"/>
                    <a:pt x="1063" y="4269"/>
                    <a:pt x="1180" y="4328"/>
                  </a:cubicBezTo>
                  <a:lnTo>
                    <a:pt x="2235" y="4110"/>
                  </a:lnTo>
                  <a:cubicBezTo>
                    <a:pt x="3800" y="3792"/>
                    <a:pt x="4578" y="3081"/>
                    <a:pt x="4578" y="1967"/>
                  </a:cubicBezTo>
                  <a:cubicBezTo>
                    <a:pt x="4570" y="1382"/>
                    <a:pt x="4361" y="904"/>
                    <a:pt x="3942" y="536"/>
                  </a:cubicBezTo>
                  <a:cubicBezTo>
                    <a:pt x="3515" y="176"/>
                    <a:pt x="2896" y="1"/>
                    <a:pt x="2076" y="1"/>
                  </a:cubicBezTo>
                  <a:close/>
                  <a:moveTo>
                    <a:pt x="1880" y="4712"/>
                  </a:moveTo>
                  <a:cubicBezTo>
                    <a:pt x="1867" y="4712"/>
                    <a:pt x="1855" y="4712"/>
                    <a:pt x="1842" y="4713"/>
                  </a:cubicBezTo>
                  <a:cubicBezTo>
                    <a:pt x="1532" y="4713"/>
                    <a:pt x="1281" y="4805"/>
                    <a:pt x="1105" y="4989"/>
                  </a:cubicBezTo>
                  <a:cubicBezTo>
                    <a:pt x="929" y="5173"/>
                    <a:pt x="846" y="5407"/>
                    <a:pt x="846" y="5692"/>
                  </a:cubicBezTo>
                  <a:cubicBezTo>
                    <a:pt x="846" y="5976"/>
                    <a:pt x="938" y="6211"/>
                    <a:pt x="1113" y="6395"/>
                  </a:cubicBezTo>
                  <a:cubicBezTo>
                    <a:pt x="1289" y="6579"/>
                    <a:pt x="1540" y="6671"/>
                    <a:pt x="1850" y="6671"/>
                  </a:cubicBezTo>
                  <a:cubicBezTo>
                    <a:pt x="2160" y="6663"/>
                    <a:pt x="2411" y="6570"/>
                    <a:pt x="2586" y="6386"/>
                  </a:cubicBezTo>
                  <a:cubicBezTo>
                    <a:pt x="2762" y="6202"/>
                    <a:pt x="2846" y="5968"/>
                    <a:pt x="2846" y="5683"/>
                  </a:cubicBezTo>
                  <a:cubicBezTo>
                    <a:pt x="2846" y="5399"/>
                    <a:pt x="2754" y="5164"/>
                    <a:pt x="2578" y="4980"/>
                  </a:cubicBezTo>
                  <a:cubicBezTo>
                    <a:pt x="2402" y="4804"/>
                    <a:pt x="2171" y="4712"/>
                    <a:pt x="1880" y="47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7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7"/>
          <p:cNvSpPr txBox="1"/>
          <p:nvPr>
            <p:ph type="title"/>
          </p:nvPr>
        </p:nvSpPr>
        <p:spPr>
          <a:xfrm>
            <a:off x="4670750" y="527700"/>
            <a:ext cx="3759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9pPr>
          </a:lstStyle>
          <a:p/>
        </p:txBody>
      </p:sp>
      <p:sp>
        <p:nvSpPr>
          <p:cNvPr id="270" name="Google Shape;270;p27"/>
          <p:cNvSpPr txBox="1"/>
          <p:nvPr>
            <p:ph idx="2" type="title"/>
          </p:nvPr>
        </p:nvSpPr>
        <p:spPr>
          <a:xfrm>
            <a:off x="4671899" y="1410025"/>
            <a:ext cx="37578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71" name="Google Shape;271;p27"/>
          <p:cNvSpPr txBox="1"/>
          <p:nvPr/>
        </p:nvSpPr>
        <p:spPr>
          <a:xfrm>
            <a:off x="4671905" y="3655800"/>
            <a:ext cx="3759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CREDITS: This presentation template was created by </a:t>
            </a:r>
            <a:r>
              <a:rPr b="1" i="0" lang="en" sz="1200" u="none" cap="none" strike="noStrike">
                <a:solidFill>
                  <a:schemeClr val="hlink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/>
              </a:rPr>
              <a:t>homeppt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including icons by </a:t>
            </a:r>
            <a:r>
              <a:rPr b="1" i="0" lang="en" sz="1200" u="none" cap="none" strike="noStrike">
                <a:solidFill>
                  <a:schemeClr val="hlink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/>
              </a:rPr>
              <a:t>Flaticon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and infographics &amp; images by </a:t>
            </a:r>
            <a:r>
              <a:rPr b="1" i="0" lang="en" sz="1200" u="none" cap="none" strike="noStrike">
                <a:solidFill>
                  <a:schemeClr val="hlink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/>
              </a:rPr>
              <a:t>Freepik</a:t>
            </a: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27"/>
          <p:cNvSpPr/>
          <p:nvPr/>
        </p:nvSpPr>
        <p:spPr>
          <a:xfrm flipH="1">
            <a:off x="-7244" y="-14500"/>
            <a:ext cx="4520260" cy="4949700"/>
          </a:xfrm>
          <a:custGeom>
            <a:rect b="b" l="l" r="r" t="t"/>
            <a:pathLst>
              <a:path extrusionOk="0" h="197988" w="210956">
                <a:moveTo>
                  <a:pt x="0" y="0"/>
                </a:moveTo>
                <a:cubicBezTo>
                  <a:pt x="7476" y="2138"/>
                  <a:pt x="17387" y="3477"/>
                  <a:pt x="20864" y="10432"/>
                </a:cubicBezTo>
                <a:cubicBezTo>
                  <a:pt x="22279" y="13262"/>
                  <a:pt x="22444" y="16573"/>
                  <a:pt x="22892" y="19705"/>
                </a:cubicBezTo>
                <a:cubicBezTo>
                  <a:pt x="24464" y="30699"/>
                  <a:pt x="8902" y="43124"/>
                  <a:pt x="15358" y="52160"/>
                </a:cubicBezTo>
                <a:cubicBezTo>
                  <a:pt x="20806" y="59785"/>
                  <a:pt x="35972" y="51833"/>
                  <a:pt x="42597" y="45205"/>
                </a:cubicBezTo>
                <a:cubicBezTo>
                  <a:pt x="48594" y="39206"/>
                  <a:pt x="56203" y="31402"/>
                  <a:pt x="64620" y="32455"/>
                </a:cubicBezTo>
                <a:cubicBezTo>
                  <a:pt x="73718" y="33593"/>
                  <a:pt x="71661" y="49430"/>
                  <a:pt x="74182" y="58245"/>
                </a:cubicBezTo>
                <a:cubicBezTo>
                  <a:pt x="76430" y="66104"/>
                  <a:pt x="86347" y="70095"/>
                  <a:pt x="94177" y="72444"/>
                </a:cubicBezTo>
                <a:cubicBezTo>
                  <a:pt x="114381" y="78506"/>
                  <a:pt x="133715" y="57563"/>
                  <a:pt x="152711" y="48393"/>
                </a:cubicBezTo>
                <a:cubicBezTo>
                  <a:pt x="162633" y="43603"/>
                  <a:pt x="181507" y="37064"/>
                  <a:pt x="185745" y="47234"/>
                </a:cubicBezTo>
                <a:cubicBezTo>
                  <a:pt x="188483" y="53803"/>
                  <a:pt x="187576" y="63068"/>
                  <a:pt x="182848" y="68387"/>
                </a:cubicBezTo>
                <a:cubicBezTo>
                  <a:pt x="173779" y="78589"/>
                  <a:pt x="159813" y="83087"/>
                  <a:pt x="147785" y="89541"/>
                </a:cubicBezTo>
                <a:cubicBezTo>
                  <a:pt x="132266" y="97868"/>
                  <a:pt x="117053" y="106768"/>
                  <a:pt x="102000" y="115910"/>
                </a:cubicBezTo>
                <a:cubicBezTo>
                  <a:pt x="92830" y="121479"/>
                  <a:pt x="79711" y="127270"/>
                  <a:pt x="78529" y="137933"/>
                </a:cubicBezTo>
                <a:cubicBezTo>
                  <a:pt x="75898" y="161679"/>
                  <a:pt x="127055" y="135408"/>
                  <a:pt x="150103" y="141700"/>
                </a:cubicBezTo>
                <a:cubicBezTo>
                  <a:pt x="153168" y="142537"/>
                  <a:pt x="153291" y="147506"/>
                  <a:pt x="153291" y="150683"/>
                </a:cubicBezTo>
                <a:cubicBezTo>
                  <a:pt x="153291" y="158700"/>
                  <a:pt x="154090" y="166758"/>
                  <a:pt x="153291" y="174735"/>
                </a:cubicBezTo>
                <a:cubicBezTo>
                  <a:pt x="152742" y="180221"/>
                  <a:pt x="150262" y="187354"/>
                  <a:pt x="154160" y="191252"/>
                </a:cubicBezTo>
                <a:cubicBezTo>
                  <a:pt x="167561" y="204653"/>
                  <a:pt x="192004" y="193860"/>
                  <a:pt x="210956" y="19386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7"/>
          <p:cNvSpPr/>
          <p:nvPr/>
        </p:nvSpPr>
        <p:spPr>
          <a:xfrm flipH="1">
            <a:off x="798365" y="1351500"/>
            <a:ext cx="130500" cy="130500"/>
          </a:xfrm>
          <a:prstGeom prst="star4">
            <a:avLst>
              <a:gd fmla="val 2019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7"/>
          <p:cNvSpPr/>
          <p:nvPr/>
        </p:nvSpPr>
        <p:spPr>
          <a:xfrm flipH="1">
            <a:off x="234065" y="213400"/>
            <a:ext cx="130500" cy="130500"/>
          </a:xfrm>
          <a:prstGeom prst="star4">
            <a:avLst>
              <a:gd fmla="val 2019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7"/>
          <p:cNvSpPr/>
          <p:nvPr/>
        </p:nvSpPr>
        <p:spPr>
          <a:xfrm flipH="1">
            <a:off x="2985965" y="4604100"/>
            <a:ext cx="130500" cy="130500"/>
          </a:xfrm>
          <a:prstGeom prst="star4">
            <a:avLst>
              <a:gd fmla="val 2019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8"/>
          <p:cNvSpPr txBox="1"/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78" name="Google Shape;278;p28"/>
          <p:cNvSpPr txBox="1"/>
          <p:nvPr>
            <p:ph idx="1" type="body"/>
          </p:nvPr>
        </p:nvSpPr>
        <p:spPr>
          <a:xfrm>
            <a:off x="71327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9" name="Google Shape;279;p28"/>
          <p:cNvSpPr/>
          <p:nvPr/>
        </p:nvSpPr>
        <p:spPr>
          <a:xfrm>
            <a:off x="-40225" y="4230837"/>
            <a:ext cx="2273325" cy="932800"/>
          </a:xfrm>
          <a:custGeom>
            <a:rect b="b" l="l" r="r" t="t"/>
            <a:pathLst>
              <a:path extrusionOk="0" h="37312" w="90933">
                <a:moveTo>
                  <a:pt x="0" y="3245"/>
                </a:moveTo>
                <a:cubicBezTo>
                  <a:pt x="6832" y="512"/>
                  <a:pt x="15128" y="-1275"/>
                  <a:pt x="21995" y="1368"/>
                </a:cubicBezTo>
                <a:cubicBezTo>
                  <a:pt x="31291" y="4946"/>
                  <a:pt x="36867" y="15076"/>
                  <a:pt x="45869" y="19340"/>
                </a:cubicBezTo>
                <a:cubicBezTo>
                  <a:pt x="60485" y="26262"/>
                  <a:pt x="83695" y="22850"/>
                  <a:pt x="90933" y="37312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8"/>
          <p:cNvSpPr/>
          <p:nvPr/>
        </p:nvSpPr>
        <p:spPr>
          <a:xfrm flipH="1">
            <a:off x="449090" y="4737825"/>
            <a:ext cx="130500" cy="130500"/>
          </a:xfrm>
          <a:prstGeom prst="star4">
            <a:avLst>
              <a:gd fmla="val 2019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8"/>
          <p:cNvSpPr/>
          <p:nvPr/>
        </p:nvSpPr>
        <p:spPr>
          <a:xfrm>
            <a:off x="6739525" y="-33525"/>
            <a:ext cx="2461100" cy="1171625"/>
          </a:xfrm>
          <a:custGeom>
            <a:rect b="b" l="l" r="r" t="t"/>
            <a:pathLst>
              <a:path extrusionOk="0" h="46865" w="98444">
                <a:moveTo>
                  <a:pt x="0" y="0"/>
                </a:moveTo>
                <a:cubicBezTo>
                  <a:pt x="0" y="10124"/>
                  <a:pt x="14070" y="16247"/>
                  <a:pt x="23873" y="18777"/>
                </a:cubicBezTo>
                <a:cubicBezTo>
                  <a:pt x="33388" y="21232"/>
                  <a:pt x="44207" y="18377"/>
                  <a:pt x="53112" y="22532"/>
                </a:cubicBezTo>
                <a:cubicBezTo>
                  <a:pt x="61207" y="26309"/>
                  <a:pt x="66084" y="34876"/>
                  <a:pt x="73230" y="40236"/>
                </a:cubicBezTo>
                <a:cubicBezTo>
                  <a:pt x="80119" y="45403"/>
                  <a:pt x="90273" y="48589"/>
                  <a:pt x="98444" y="45869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8"/>
          <p:cNvSpPr/>
          <p:nvPr/>
        </p:nvSpPr>
        <p:spPr>
          <a:xfrm flipH="1">
            <a:off x="8548290" y="594050"/>
            <a:ext cx="130500" cy="130500"/>
          </a:xfrm>
          <a:prstGeom prst="star4">
            <a:avLst>
              <a:gd fmla="val 2019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8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0"/>
          <p:cNvSpPr/>
          <p:nvPr/>
        </p:nvSpPr>
        <p:spPr>
          <a:xfrm>
            <a:off x="351238" y="4496363"/>
            <a:ext cx="130500" cy="130500"/>
          </a:xfrm>
          <a:prstGeom prst="star4">
            <a:avLst>
              <a:gd fmla="val 2019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0"/>
          <p:cNvSpPr/>
          <p:nvPr/>
        </p:nvSpPr>
        <p:spPr>
          <a:xfrm>
            <a:off x="-40225" y="4230837"/>
            <a:ext cx="2273325" cy="932800"/>
          </a:xfrm>
          <a:custGeom>
            <a:rect b="b" l="l" r="r" t="t"/>
            <a:pathLst>
              <a:path extrusionOk="0" h="37312" w="90933">
                <a:moveTo>
                  <a:pt x="0" y="3245"/>
                </a:moveTo>
                <a:cubicBezTo>
                  <a:pt x="6832" y="512"/>
                  <a:pt x="15128" y="-1275"/>
                  <a:pt x="21995" y="1368"/>
                </a:cubicBezTo>
                <a:cubicBezTo>
                  <a:pt x="31291" y="4946"/>
                  <a:pt x="36867" y="15076"/>
                  <a:pt x="45869" y="19340"/>
                </a:cubicBezTo>
                <a:cubicBezTo>
                  <a:pt x="60485" y="26262"/>
                  <a:pt x="83695" y="22850"/>
                  <a:pt x="90933" y="37312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0"/>
          <p:cNvSpPr/>
          <p:nvPr/>
        </p:nvSpPr>
        <p:spPr>
          <a:xfrm>
            <a:off x="6739525" y="-33525"/>
            <a:ext cx="2461100" cy="1171625"/>
          </a:xfrm>
          <a:custGeom>
            <a:rect b="b" l="l" r="r" t="t"/>
            <a:pathLst>
              <a:path extrusionOk="0" h="46865" w="98444">
                <a:moveTo>
                  <a:pt x="0" y="0"/>
                </a:moveTo>
                <a:cubicBezTo>
                  <a:pt x="0" y="10124"/>
                  <a:pt x="14070" y="16247"/>
                  <a:pt x="23873" y="18777"/>
                </a:cubicBezTo>
                <a:cubicBezTo>
                  <a:pt x="33388" y="21232"/>
                  <a:pt x="44207" y="18377"/>
                  <a:pt x="53112" y="22532"/>
                </a:cubicBezTo>
                <a:cubicBezTo>
                  <a:pt x="61207" y="26309"/>
                  <a:pt x="66084" y="34876"/>
                  <a:pt x="73230" y="40236"/>
                </a:cubicBezTo>
                <a:cubicBezTo>
                  <a:pt x="80119" y="45403"/>
                  <a:pt x="90273" y="48589"/>
                  <a:pt x="98444" y="45869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_1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0" name="Google Shape;290;p31"/>
          <p:cNvGrpSpPr/>
          <p:nvPr/>
        </p:nvGrpSpPr>
        <p:grpSpPr>
          <a:xfrm rot="1589318">
            <a:off x="-100570" y="3642013"/>
            <a:ext cx="1139776" cy="1139710"/>
            <a:chOff x="-738900" y="340475"/>
            <a:chExt cx="738900" cy="738900"/>
          </a:xfrm>
        </p:grpSpPr>
        <p:sp>
          <p:nvSpPr>
            <p:cNvPr id="291" name="Google Shape;291;p31"/>
            <p:cNvSpPr/>
            <p:nvPr/>
          </p:nvSpPr>
          <p:spPr>
            <a:xfrm>
              <a:off x="-738900" y="340475"/>
              <a:ext cx="738900" cy="738900"/>
            </a:xfrm>
            <a:prstGeom prst="roundRect">
              <a:avLst>
                <a:gd fmla="val 24509" name="adj"/>
              </a:avLst>
            </a:prstGeom>
            <a:solidFill>
              <a:schemeClr val="accent5"/>
            </a:solidFill>
            <a:ln cap="flat" cmpd="sng" w="152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-738900" y="340475"/>
              <a:ext cx="738900" cy="738900"/>
            </a:xfrm>
            <a:prstGeom prst="roundRect">
              <a:avLst>
                <a:gd fmla="val 24509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31"/>
            <p:cNvSpPr/>
            <p:nvPr/>
          </p:nvSpPr>
          <p:spPr>
            <a:xfrm>
              <a:off x="-475882" y="554865"/>
              <a:ext cx="212866" cy="310118"/>
            </a:xfrm>
            <a:custGeom>
              <a:rect b="b" l="l" r="r" t="t"/>
              <a:pathLst>
                <a:path extrusionOk="0" h="6671" w="4579">
                  <a:moveTo>
                    <a:pt x="2076" y="1"/>
                  </a:moveTo>
                  <a:cubicBezTo>
                    <a:pt x="1775" y="1"/>
                    <a:pt x="1490" y="26"/>
                    <a:pt x="1239" y="68"/>
                  </a:cubicBezTo>
                  <a:cubicBezTo>
                    <a:pt x="988" y="109"/>
                    <a:pt x="770" y="176"/>
                    <a:pt x="586" y="260"/>
                  </a:cubicBezTo>
                  <a:cubicBezTo>
                    <a:pt x="402" y="352"/>
                    <a:pt x="260" y="461"/>
                    <a:pt x="151" y="603"/>
                  </a:cubicBezTo>
                  <a:cubicBezTo>
                    <a:pt x="51" y="737"/>
                    <a:pt x="0" y="896"/>
                    <a:pt x="0" y="1072"/>
                  </a:cubicBezTo>
                  <a:cubicBezTo>
                    <a:pt x="0" y="1256"/>
                    <a:pt x="42" y="1407"/>
                    <a:pt x="126" y="1541"/>
                  </a:cubicBezTo>
                  <a:cubicBezTo>
                    <a:pt x="210" y="1666"/>
                    <a:pt x="310" y="1775"/>
                    <a:pt x="427" y="1867"/>
                  </a:cubicBezTo>
                  <a:cubicBezTo>
                    <a:pt x="586" y="1767"/>
                    <a:pt x="787" y="1683"/>
                    <a:pt x="1030" y="1608"/>
                  </a:cubicBezTo>
                  <a:cubicBezTo>
                    <a:pt x="1281" y="1532"/>
                    <a:pt x="1549" y="1490"/>
                    <a:pt x="1833" y="1490"/>
                  </a:cubicBezTo>
                  <a:cubicBezTo>
                    <a:pt x="2143" y="1490"/>
                    <a:pt x="2369" y="1541"/>
                    <a:pt x="2494" y="1633"/>
                  </a:cubicBezTo>
                  <a:cubicBezTo>
                    <a:pt x="2628" y="1733"/>
                    <a:pt x="2687" y="1842"/>
                    <a:pt x="2687" y="1976"/>
                  </a:cubicBezTo>
                  <a:cubicBezTo>
                    <a:pt x="2695" y="2218"/>
                    <a:pt x="2520" y="2386"/>
                    <a:pt x="2176" y="2478"/>
                  </a:cubicBezTo>
                  <a:lnTo>
                    <a:pt x="1365" y="2679"/>
                  </a:lnTo>
                  <a:cubicBezTo>
                    <a:pt x="1139" y="2737"/>
                    <a:pt x="971" y="2821"/>
                    <a:pt x="854" y="2930"/>
                  </a:cubicBezTo>
                  <a:cubicBezTo>
                    <a:pt x="745" y="3039"/>
                    <a:pt x="687" y="3198"/>
                    <a:pt x="687" y="3415"/>
                  </a:cubicBezTo>
                  <a:cubicBezTo>
                    <a:pt x="687" y="3633"/>
                    <a:pt x="745" y="3825"/>
                    <a:pt x="846" y="3993"/>
                  </a:cubicBezTo>
                  <a:cubicBezTo>
                    <a:pt x="954" y="4152"/>
                    <a:pt x="1063" y="4269"/>
                    <a:pt x="1180" y="4328"/>
                  </a:cubicBezTo>
                  <a:lnTo>
                    <a:pt x="2235" y="4110"/>
                  </a:lnTo>
                  <a:cubicBezTo>
                    <a:pt x="3800" y="3792"/>
                    <a:pt x="4578" y="3081"/>
                    <a:pt x="4578" y="1967"/>
                  </a:cubicBezTo>
                  <a:cubicBezTo>
                    <a:pt x="4570" y="1382"/>
                    <a:pt x="4361" y="904"/>
                    <a:pt x="3942" y="536"/>
                  </a:cubicBezTo>
                  <a:cubicBezTo>
                    <a:pt x="3515" y="176"/>
                    <a:pt x="2896" y="1"/>
                    <a:pt x="2076" y="1"/>
                  </a:cubicBezTo>
                  <a:close/>
                  <a:moveTo>
                    <a:pt x="1880" y="4712"/>
                  </a:moveTo>
                  <a:cubicBezTo>
                    <a:pt x="1867" y="4712"/>
                    <a:pt x="1855" y="4712"/>
                    <a:pt x="1842" y="4713"/>
                  </a:cubicBezTo>
                  <a:cubicBezTo>
                    <a:pt x="1532" y="4713"/>
                    <a:pt x="1281" y="4805"/>
                    <a:pt x="1105" y="4989"/>
                  </a:cubicBezTo>
                  <a:cubicBezTo>
                    <a:pt x="929" y="5173"/>
                    <a:pt x="846" y="5407"/>
                    <a:pt x="846" y="5692"/>
                  </a:cubicBezTo>
                  <a:cubicBezTo>
                    <a:pt x="846" y="5976"/>
                    <a:pt x="938" y="6211"/>
                    <a:pt x="1113" y="6395"/>
                  </a:cubicBezTo>
                  <a:cubicBezTo>
                    <a:pt x="1289" y="6579"/>
                    <a:pt x="1540" y="6671"/>
                    <a:pt x="1850" y="6671"/>
                  </a:cubicBezTo>
                  <a:cubicBezTo>
                    <a:pt x="2160" y="6663"/>
                    <a:pt x="2411" y="6570"/>
                    <a:pt x="2586" y="6386"/>
                  </a:cubicBezTo>
                  <a:cubicBezTo>
                    <a:pt x="2762" y="6202"/>
                    <a:pt x="2846" y="5968"/>
                    <a:pt x="2846" y="5683"/>
                  </a:cubicBezTo>
                  <a:cubicBezTo>
                    <a:pt x="2846" y="5399"/>
                    <a:pt x="2754" y="5164"/>
                    <a:pt x="2578" y="4980"/>
                  </a:cubicBezTo>
                  <a:cubicBezTo>
                    <a:pt x="2402" y="4804"/>
                    <a:pt x="2171" y="4712"/>
                    <a:pt x="1880" y="47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4" name="Google Shape;294;p31"/>
          <p:cNvGrpSpPr/>
          <p:nvPr/>
        </p:nvGrpSpPr>
        <p:grpSpPr>
          <a:xfrm rot="-595345">
            <a:off x="8283941" y="275948"/>
            <a:ext cx="1459435" cy="1511196"/>
            <a:chOff x="970736" y="3771472"/>
            <a:chExt cx="879000" cy="910175"/>
          </a:xfrm>
        </p:grpSpPr>
        <p:grpSp>
          <p:nvGrpSpPr>
            <p:cNvPr id="295" name="Google Shape;295;p31"/>
            <p:cNvGrpSpPr/>
            <p:nvPr/>
          </p:nvGrpSpPr>
          <p:grpSpPr>
            <a:xfrm>
              <a:off x="970736" y="3771472"/>
              <a:ext cx="879000" cy="910175"/>
              <a:chOff x="422475" y="1527756"/>
              <a:chExt cx="879000" cy="910175"/>
            </a:xfrm>
          </p:grpSpPr>
          <p:grpSp>
            <p:nvGrpSpPr>
              <p:cNvPr id="296" name="Google Shape;296;p31"/>
              <p:cNvGrpSpPr/>
              <p:nvPr/>
            </p:nvGrpSpPr>
            <p:grpSpPr>
              <a:xfrm>
                <a:off x="422475" y="1527756"/>
                <a:ext cx="879000" cy="910175"/>
                <a:chOff x="422475" y="938850"/>
                <a:chExt cx="879000" cy="910175"/>
              </a:xfrm>
            </p:grpSpPr>
            <p:sp>
              <p:nvSpPr>
                <p:cNvPr id="297" name="Google Shape;297;p31"/>
                <p:cNvSpPr/>
                <p:nvPr/>
              </p:nvSpPr>
              <p:spPr>
                <a:xfrm>
                  <a:off x="422475" y="938850"/>
                  <a:ext cx="879000" cy="710700"/>
                </a:xfrm>
                <a:prstGeom prst="roundRect">
                  <a:avLst>
                    <a:gd fmla="val 19815" name="adj"/>
                  </a:avLst>
                </a:prstGeom>
                <a:solidFill>
                  <a:schemeClr val="accent5"/>
                </a:solidFill>
                <a:ln cap="flat" cmpd="sng" w="152400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8" name="Google Shape;298;p31"/>
                <p:cNvSpPr/>
                <p:nvPr/>
              </p:nvSpPr>
              <p:spPr>
                <a:xfrm flipH="1" rot="10800000">
                  <a:off x="589350" y="1600925"/>
                  <a:ext cx="248100" cy="248100"/>
                </a:xfrm>
                <a:prstGeom prst="rtTriangle">
                  <a:avLst/>
                </a:prstGeom>
                <a:solidFill>
                  <a:schemeClr val="accent5"/>
                </a:solidFill>
                <a:ln cap="flat" cmpd="sng" w="152400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99" name="Google Shape;299;p31"/>
              <p:cNvGrpSpPr/>
              <p:nvPr/>
            </p:nvGrpSpPr>
            <p:grpSpPr>
              <a:xfrm>
                <a:off x="422475" y="1527756"/>
                <a:ext cx="879000" cy="910175"/>
                <a:chOff x="422475" y="938850"/>
                <a:chExt cx="879000" cy="910175"/>
              </a:xfrm>
            </p:grpSpPr>
            <p:sp>
              <p:nvSpPr>
                <p:cNvPr id="300" name="Google Shape;300;p31"/>
                <p:cNvSpPr/>
                <p:nvPr/>
              </p:nvSpPr>
              <p:spPr>
                <a:xfrm>
                  <a:off x="422475" y="938850"/>
                  <a:ext cx="879000" cy="710700"/>
                </a:xfrm>
                <a:prstGeom prst="roundRect">
                  <a:avLst>
                    <a:gd fmla="val 19815" name="adj"/>
                  </a:avLst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1" name="Google Shape;301;p31"/>
                <p:cNvSpPr/>
                <p:nvPr/>
              </p:nvSpPr>
              <p:spPr>
                <a:xfrm flipH="1" rot="10800000">
                  <a:off x="589350" y="1600925"/>
                  <a:ext cx="248100" cy="248100"/>
                </a:xfrm>
                <a:prstGeom prst="rtTriangl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02" name="Google Shape;302;p31"/>
            <p:cNvGrpSpPr/>
            <p:nvPr/>
          </p:nvGrpSpPr>
          <p:grpSpPr>
            <a:xfrm>
              <a:off x="1135886" y="4087727"/>
              <a:ext cx="548677" cy="109803"/>
              <a:chOff x="4549450" y="3462800"/>
              <a:chExt cx="652100" cy="130500"/>
            </a:xfrm>
          </p:grpSpPr>
          <p:sp>
            <p:nvSpPr>
              <p:cNvPr id="303" name="Google Shape;303;p31"/>
              <p:cNvSpPr/>
              <p:nvPr/>
            </p:nvSpPr>
            <p:spPr>
              <a:xfrm>
                <a:off x="4549450" y="3462800"/>
                <a:ext cx="130500" cy="130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" name="Google Shape;304;p31"/>
              <p:cNvSpPr/>
              <p:nvPr/>
            </p:nvSpPr>
            <p:spPr>
              <a:xfrm>
                <a:off x="4810250" y="3462800"/>
                <a:ext cx="130500" cy="130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" name="Google Shape;305;p31"/>
              <p:cNvSpPr/>
              <p:nvPr/>
            </p:nvSpPr>
            <p:spPr>
              <a:xfrm>
                <a:off x="5071050" y="3462800"/>
                <a:ext cx="130500" cy="130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b="1" i="0" sz="3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b="1" i="0" sz="3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b="1" i="0" sz="3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b="1" i="0" sz="3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b="1" i="0" sz="3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b="1" i="0" sz="3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b="1" i="0" sz="3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b="1" i="0" sz="3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b="1" i="0" sz="36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7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mc:AlternateContent>
    <mc:Choice Requires="p14">
      <p:transition spd="slow" p14:dur="700">
        <p:push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2"/>
          <p:cNvSpPr/>
          <p:nvPr/>
        </p:nvSpPr>
        <p:spPr>
          <a:xfrm>
            <a:off x="4623750" y="-345600"/>
            <a:ext cx="4520260" cy="4949700"/>
          </a:xfrm>
          <a:custGeom>
            <a:rect b="b" l="l" r="r" t="t"/>
            <a:pathLst>
              <a:path extrusionOk="0" h="197988" w="210956">
                <a:moveTo>
                  <a:pt x="0" y="0"/>
                </a:moveTo>
                <a:cubicBezTo>
                  <a:pt x="7476" y="2138"/>
                  <a:pt x="17387" y="3477"/>
                  <a:pt x="20864" y="10432"/>
                </a:cubicBezTo>
                <a:cubicBezTo>
                  <a:pt x="22279" y="13262"/>
                  <a:pt x="22444" y="16573"/>
                  <a:pt x="22892" y="19705"/>
                </a:cubicBezTo>
                <a:cubicBezTo>
                  <a:pt x="24464" y="30699"/>
                  <a:pt x="8902" y="43124"/>
                  <a:pt x="15358" y="52160"/>
                </a:cubicBezTo>
                <a:cubicBezTo>
                  <a:pt x="20806" y="59785"/>
                  <a:pt x="35972" y="51833"/>
                  <a:pt x="42597" y="45205"/>
                </a:cubicBezTo>
                <a:cubicBezTo>
                  <a:pt x="48594" y="39206"/>
                  <a:pt x="56203" y="31402"/>
                  <a:pt x="64620" y="32455"/>
                </a:cubicBezTo>
                <a:cubicBezTo>
                  <a:pt x="73718" y="33593"/>
                  <a:pt x="71661" y="49430"/>
                  <a:pt x="74182" y="58245"/>
                </a:cubicBezTo>
                <a:cubicBezTo>
                  <a:pt x="76430" y="66104"/>
                  <a:pt x="86347" y="70095"/>
                  <a:pt x="94177" y="72444"/>
                </a:cubicBezTo>
                <a:cubicBezTo>
                  <a:pt x="114381" y="78506"/>
                  <a:pt x="133715" y="57563"/>
                  <a:pt x="152711" y="48393"/>
                </a:cubicBezTo>
                <a:cubicBezTo>
                  <a:pt x="162633" y="43603"/>
                  <a:pt x="181507" y="37064"/>
                  <a:pt x="185745" y="47234"/>
                </a:cubicBezTo>
                <a:cubicBezTo>
                  <a:pt x="188483" y="53803"/>
                  <a:pt x="187576" y="63068"/>
                  <a:pt x="182848" y="68387"/>
                </a:cubicBezTo>
                <a:cubicBezTo>
                  <a:pt x="173779" y="78589"/>
                  <a:pt x="159813" y="83087"/>
                  <a:pt x="147785" y="89541"/>
                </a:cubicBezTo>
                <a:cubicBezTo>
                  <a:pt x="132266" y="97868"/>
                  <a:pt x="117053" y="106768"/>
                  <a:pt x="102000" y="115910"/>
                </a:cubicBezTo>
                <a:cubicBezTo>
                  <a:pt x="92830" y="121479"/>
                  <a:pt x="79711" y="127270"/>
                  <a:pt x="78529" y="137933"/>
                </a:cubicBezTo>
                <a:cubicBezTo>
                  <a:pt x="75898" y="161679"/>
                  <a:pt x="127055" y="135408"/>
                  <a:pt x="150103" y="141700"/>
                </a:cubicBezTo>
                <a:cubicBezTo>
                  <a:pt x="153168" y="142537"/>
                  <a:pt x="153291" y="147506"/>
                  <a:pt x="153291" y="150683"/>
                </a:cubicBezTo>
                <a:cubicBezTo>
                  <a:pt x="153291" y="158700"/>
                  <a:pt x="154090" y="166758"/>
                  <a:pt x="153291" y="174735"/>
                </a:cubicBezTo>
                <a:cubicBezTo>
                  <a:pt x="152742" y="180221"/>
                  <a:pt x="150262" y="187354"/>
                  <a:pt x="154160" y="191252"/>
                </a:cubicBezTo>
                <a:cubicBezTo>
                  <a:pt x="167561" y="204653"/>
                  <a:pt x="192004" y="193860"/>
                  <a:pt x="210956" y="19386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2"/>
          <p:cNvSpPr txBox="1"/>
          <p:nvPr>
            <p:ph type="ctrTitle"/>
          </p:nvPr>
        </p:nvSpPr>
        <p:spPr>
          <a:xfrm>
            <a:off x="689700" y="1183825"/>
            <a:ext cx="5248800" cy="21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0" lang="en" sz="3500">
                <a:latin typeface="Bitter Medium"/>
                <a:ea typeface="Bitter Medium"/>
                <a:cs typeface="Bitter Medium"/>
                <a:sym typeface="Bitter Medium"/>
              </a:rPr>
              <a:t>Разработка веб-приложения</a:t>
            </a:r>
            <a:r>
              <a:rPr lang="en" sz="3500">
                <a:latin typeface="Bitter"/>
                <a:ea typeface="Bitter"/>
                <a:cs typeface="Bitter"/>
                <a:sym typeface="Bitter"/>
              </a:rPr>
              <a:t> </a:t>
            </a:r>
            <a:r>
              <a:rPr i="1" lang="en" sz="3500">
                <a:latin typeface="Bitter"/>
                <a:ea typeface="Bitter"/>
                <a:cs typeface="Bitter"/>
                <a:sym typeface="Bitter"/>
              </a:rPr>
              <a:t>для ведения электронного дневника оценок</a:t>
            </a:r>
            <a:endParaRPr b="0" i="1" sz="3500" u="sng"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312" name="Google Shape;312;p32"/>
          <p:cNvSpPr txBox="1"/>
          <p:nvPr>
            <p:ph idx="1" type="subTitle"/>
          </p:nvPr>
        </p:nvSpPr>
        <p:spPr>
          <a:xfrm>
            <a:off x="689700" y="3537137"/>
            <a:ext cx="5248800" cy="9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itter"/>
              <a:buChar char="●"/>
            </a:pPr>
            <a:r>
              <a:rPr i="1" lang="en" sz="1600">
                <a:latin typeface="Bitter"/>
                <a:ea typeface="Bitter"/>
                <a:cs typeface="Bitter"/>
                <a:sym typeface="Bitter"/>
              </a:rPr>
              <a:t>Выполнил: Голочалов Константин Ильич, студент группы ИС-09-23-1</a:t>
            </a:r>
            <a:endParaRPr i="1" sz="1600">
              <a:latin typeface="Bitter"/>
              <a:ea typeface="Bitter"/>
              <a:cs typeface="Bitter"/>
              <a:sym typeface="Bitter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itter"/>
              <a:buChar char="●"/>
            </a:pPr>
            <a:r>
              <a:rPr i="1" lang="en" sz="1600">
                <a:latin typeface="Bitter"/>
                <a:ea typeface="Bitter"/>
                <a:cs typeface="Bitter"/>
                <a:sym typeface="Bitter"/>
              </a:rPr>
              <a:t>Руководитель: Завьялова Арина Борисовна </a:t>
            </a:r>
            <a:endParaRPr i="1" sz="1600">
              <a:latin typeface="Bitter"/>
              <a:ea typeface="Bitter"/>
              <a:cs typeface="Bitter"/>
              <a:sym typeface="Bitter"/>
            </a:endParaRPr>
          </a:p>
        </p:txBody>
      </p:sp>
      <p:cxnSp>
        <p:nvCxnSpPr>
          <p:cNvPr id="313" name="Google Shape;313;p32"/>
          <p:cNvCxnSpPr/>
          <p:nvPr/>
        </p:nvCxnSpPr>
        <p:spPr>
          <a:xfrm>
            <a:off x="737100" y="3567725"/>
            <a:ext cx="5201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14" name="Google Shape;314;p32"/>
          <p:cNvGrpSpPr/>
          <p:nvPr/>
        </p:nvGrpSpPr>
        <p:grpSpPr>
          <a:xfrm>
            <a:off x="5938509" y="161059"/>
            <a:ext cx="2074913" cy="1915025"/>
            <a:chOff x="6902775" y="665925"/>
            <a:chExt cx="1235950" cy="1165850"/>
          </a:xfrm>
        </p:grpSpPr>
        <p:sp>
          <p:nvSpPr>
            <p:cNvPr id="315" name="Google Shape;315;p32"/>
            <p:cNvSpPr/>
            <p:nvPr/>
          </p:nvSpPr>
          <p:spPr>
            <a:xfrm>
              <a:off x="6902775" y="665925"/>
              <a:ext cx="1235950" cy="1165850"/>
            </a:xfrm>
            <a:custGeom>
              <a:rect b="b" l="l" r="r" t="t"/>
              <a:pathLst>
                <a:path extrusionOk="0" h="46634" w="49438">
                  <a:moveTo>
                    <a:pt x="39562" y="16479"/>
                  </a:moveTo>
                  <a:lnTo>
                    <a:pt x="39570" y="16521"/>
                  </a:lnTo>
                  <a:lnTo>
                    <a:pt x="39570" y="16538"/>
                  </a:lnTo>
                  <a:lnTo>
                    <a:pt x="39562" y="16479"/>
                  </a:lnTo>
                  <a:close/>
                  <a:moveTo>
                    <a:pt x="38993" y="13726"/>
                  </a:moveTo>
                  <a:cubicBezTo>
                    <a:pt x="39754" y="14177"/>
                    <a:pt x="40516" y="14897"/>
                    <a:pt x="40365" y="15759"/>
                  </a:cubicBezTo>
                  <a:cubicBezTo>
                    <a:pt x="40323" y="15977"/>
                    <a:pt x="40231" y="16161"/>
                    <a:pt x="40106" y="16328"/>
                  </a:cubicBezTo>
                  <a:cubicBezTo>
                    <a:pt x="40106" y="16328"/>
                    <a:pt x="40097" y="16320"/>
                    <a:pt x="40097" y="16312"/>
                  </a:cubicBezTo>
                  <a:lnTo>
                    <a:pt x="40097" y="16337"/>
                  </a:lnTo>
                  <a:cubicBezTo>
                    <a:pt x="39997" y="16462"/>
                    <a:pt x="39880" y="16579"/>
                    <a:pt x="39746" y="16680"/>
                  </a:cubicBezTo>
                  <a:lnTo>
                    <a:pt x="39687" y="16663"/>
                  </a:lnTo>
                  <a:lnTo>
                    <a:pt x="39537" y="16354"/>
                  </a:lnTo>
                  <a:lnTo>
                    <a:pt x="39537" y="16353"/>
                  </a:lnTo>
                  <a:lnTo>
                    <a:pt x="39537" y="16353"/>
                  </a:lnTo>
                  <a:lnTo>
                    <a:pt x="39537" y="16354"/>
                  </a:lnTo>
                  <a:lnTo>
                    <a:pt x="39537" y="16354"/>
                  </a:lnTo>
                  <a:lnTo>
                    <a:pt x="39528" y="16337"/>
                  </a:lnTo>
                  <a:lnTo>
                    <a:pt x="39495" y="16144"/>
                  </a:lnTo>
                  <a:cubicBezTo>
                    <a:pt x="39453" y="15952"/>
                    <a:pt x="39420" y="15768"/>
                    <a:pt x="39386" y="15584"/>
                  </a:cubicBezTo>
                  <a:cubicBezTo>
                    <a:pt x="39261" y="14964"/>
                    <a:pt x="39135" y="14353"/>
                    <a:pt x="38993" y="13734"/>
                  </a:cubicBezTo>
                  <a:lnTo>
                    <a:pt x="38993" y="13726"/>
                  </a:lnTo>
                  <a:close/>
                  <a:moveTo>
                    <a:pt x="24532" y="1"/>
                  </a:moveTo>
                  <a:cubicBezTo>
                    <a:pt x="23430" y="1"/>
                    <a:pt x="22324" y="83"/>
                    <a:pt x="21242" y="218"/>
                  </a:cubicBezTo>
                  <a:cubicBezTo>
                    <a:pt x="18672" y="536"/>
                    <a:pt x="16120" y="1130"/>
                    <a:pt x="13709" y="2059"/>
                  </a:cubicBezTo>
                  <a:cubicBezTo>
                    <a:pt x="12378" y="1699"/>
                    <a:pt x="11073" y="1523"/>
                    <a:pt x="9809" y="1523"/>
                  </a:cubicBezTo>
                  <a:cubicBezTo>
                    <a:pt x="8922" y="1523"/>
                    <a:pt x="8068" y="1615"/>
                    <a:pt x="7231" y="1783"/>
                  </a:cubicBezTo>
                  <a:cubicBezTo>
                    <a:pt x="7164" y="1791"/>
                    <a:pt x="7131" y="1858"/>
                    <a:pt x="7139" y="1916"/>
                  </a:cubicBezTo>
                  <a:lnTo>
                    <a:pt x="7131" y="1925"/>
                  </a:lnTo>
                  <a:cubicBezTo>
                    <a:pt x="7014" y="1950"/>
                    <a:pt x="6897" y="1975"/>
                    <a:pt x="6779" y="2000"/>
                  </a:cubicBezTo>
                  <a:cubicBezTo>
                    <a:pt x="6671" y="2025"/>
                    <a:pt x="6553" y="2059"/>
                    <a:pt x="6445" y="2092"/>
                  </a:cubicBezTo>
                  <a:lnTo>
                    <a:pt x="6436" y="2092"/>
                  </a:lnTo>
                  <a:cubicBezTo>
                    <a:pt x="6422" y="2044"/>
                    <a:pt x="6374" y="2013"/>
                    <a:pt x="6325" y="2013"/>
                  </a:cubicBezTo>
                  <a:cubicBezTo>
                    <a:pt x="6315" y="2013"/>
                    <a:pt x="6304" y="2014"/>
                    <a:pt x="6294" y="2017"/>
                  </a:cubicBezTo>
                  <a:cubicBezTo>
                    <a:pt x="5892" y="2126"/>
                    <a:pt x="5541" y="2352"/>
                    <a:pt x="5273" y="2653"/>
                  </a:cubicBezTo>
                  <a:cubicBezTo>
                    <a:pt x="5231" y="2703"/>
                    <a:pt x="5231" y="2770"/>
                    <a:pt x="5281" y="2812"/>
                  </a:cubicBezTo>
                  <a:cubicBezTo>
                    <a:pt x="5281" y="2820"/>
                    <a:pt x="5281" y="2820"/>
                    <a:pt x="5281" y="2820"/>
                  </a:cubicBezTo>
                  <a:cubicBezTo>
                    <a:pt x="5072" y="3071"/>
                    <a:pt x="4930" y="3381"/>
                    <a:pt x="4863" y="3716"/>
                  </a:cubicBezTo>
                  <a:lnTo>
                    <a:pt x="4854" y="3716"/>
                  </a:lnTo>
                  <a:cubicBezTo>
                    <a:pt x="4847" y="3714"/>
                    <a:pt x="4839" y="3713"/>
                    <a:pt x="4831" y="3713"/>
                  </a:cubicBezTo>
                  <a:cubicBezTo>
                    <a:pt x="4781" y="3713"/>
                    <a:pt x="4736" y="3757"/>
                    <a:pt x="4729" y="3808"/>
                  </a:cubicBezTo>
                  <a:cubicBezTo>
                    <a:pt x="4704" y="3967"/>
                    <a:pt x="4687" y="4126"/>
                    <a:pt x="4662" y="4277"/>
                  </a:cubicBezTo>
                  <a:cubicBezTo>
                    <a:pt x="4654" y="4344"/>
                    <a:pt x="4695" y="4402"/>
                    <a:pt x="4762" y="4411"/>
                  </a:cubicBezTo>
                  <a:cubicBezTo>
                    <a:pt x="4746" y="4544"/>
                    <a:pt x="4721" y="4678"/>
                    <a:pt x="4704" y="4821"/>
                  </a:cubicBezTo>
                  <a:cubicBezTo>
                    <a:pt x="4699" y="4820"/>
                    <a:pt x="4694" y="4820"/>
                    <a:pt x="4689" y="4820"/>
                  </a:cubicBezTo>
                  <a:cubicBezTo>
                    <a:pt x="4636" y="4820"/>
                    <a:pt x="4586" y="4860"/>
                    <a:pt x="4578" y="4921"/>
                  </a:cubicBezTo>
                  <a:cubicBezTo>
                    <a:pt x="4419" y="6210"/>
                    <a:pt x="4302" y="7516"/>
                    <a:pt x="4227" y="8821"/>
                  </a:cubicBezTo>
                  <a:cubicBezTo>
                    <a:pt x="3197" y="10118"/>
                    <a:pt x="2344" y="11550"/>
                    <a:pt x="1724" y="13081"/>
                  </a:cubicBezTo>
                  <a:cubicBezTo>
                    <a:pt x="0" y="17333"/>
                    <a:pt x="109" y="22103"/>
                    <a:pt x="737" y="26639"/>
                  </a:cubicBezTo>
                  <a:cubicBezTo>
                    <a:pt x="1281" y="30615"/>
                    <a:pt x="2252" y="34649"/>
                    <a:pt x="4528" y="37946"/>
                  </a:cubicBezTo>
                  <a:cubicBezTo>
                    <a:pt x="7190" y="41796"/>
                    <a:pt x="11466" y="44340"/>
                    <a:pt x="15977" y="45562"/>
                  </a:cubicBezTo>
                  <a:cubicBezTo>
                    <a:pt x="16404" y="45679"/>
                    <a:pt x="16823" y="45780"/>
                    <a:pt x="17249" y="45880"/>
                  </a:cubicBezTo>
                  <a:lnTo>
                    <a:pt x="17249" y="45897"/>
                  </a:lnTo>
                  <a:cubicBezTo>
                    <a:pt x="17241" y="45956"/>
                    <a:pt x="17291" y="46006"/>
                    <a:pt x="17358" y="46014"/>
                  </a:cubicBezTo>
                  <a:cubicBezTo>
                    <a:pt x="17408" y="46014"/>
                    <a:pt x="17459" y="45981"/>
                    <a:pt x="17475" y="45922"/>
                  </a:cubicBezTo>
                  <a:cubicBezTo>
                    <a:pt x="17509" y="45931"/>
                    <a:pt x="17542" y="45939"/>
                    <a:pt x="17567" y="45947"/>
                  </a:cubicBezTo>
                  <a:lnTo>
                    <a:pt x="17752" y="45989"/>
                  </a:lnTo>
                  <a:lnTo>
                    <a:pt x="17902" y="46014"/>
                  </a:lnTo>
                  <a:lnTo>
                    <a:pt x="18111" y="46056"/>
                  </a:lnTo>
                  <a:lnTo>
                    <a:pt x="18321" y="46098"/>
                  </a:lnTo>
                  <a:lnTo>
                    <a:pt x="18513" y="46131"/>
                  </a:lnTo>
                  <a:lnTo>
                    <a:pt x="18655" y="46148"/>
                  </a:lnTo>
                  <a:lnTo>
                    <a:pt x="18865" y="46190"/>
                  </a:lnTo>
                  <a:lnTo>
                    <a:pt x="19057" y="46215"/>
                  </a:lnTo>
                  <a:lnTo>
                    <a:pt x="19174" y="46240"/>
                  </a:lnTo>
                  <a:lnTo>
                    <a:pt x="19409" y="46274"/>
                  </a:lnTo>
                  <a:lnTo>
                    <a:pt x="19626" y="46299"/>
                  </a:lnTo>
                  <a:lnTo>
                    <a:pt x="19844" y="46332"/>
                  </a:lnTo>
                  <a:lnTo>
                    <a:pt x="20036" y="46357"/>
                  </a:lnTo>
                  <a:lnTo>
                    <a:pt x="20279" y="46382"/>
                  </a:lnTo>
                  <a:lnTo>
                    <a:pt x="20488" y="46408"/>
                  </a:lnTo>
                  <a:lnTo>
                    <a:pt x="20706" y="46433"/>
                  </a:lnTo>
                  <a:lnTo>
                    <a:pt x="20890" y="46449"/>
                  </a:lnTo>
                  <a:lnTo>
                    <a:pt x="21149" y="46475"/>
                  </a:lnTo>
                  <a:lnTo>
                    <a:pt x="21367" y="46491"/>
                  </a:lnTo>
                  <a:lnTo>
                    <a:pt x="21568" y="46508"/>
                  </a:lnTo>
                  <a:lnTo>
                    <a:pt x="21802" y="46533"/>
                  </a:lnTo>
                  <a:lnTo>
                    <a:pt x="22020" y="46541"/>
                  </a:lnTo>
                  <a:lnTo>
                    <a:pt x="22212" y="46558"/>
                  </a:lnTo>
                  <a:lnTo>
                    <a:pt x="22430" y="46567"/>
                  </a:lnTo>
                  <a:lnTo>
                    <a:pt x="22673" y="46583"/>
                  </a:lnTo>
                  <a:lnTo>
                    <a:pt x="22899" y="46592"/>
                  </a:lnTo>
                  <a:lnTo>
                    <a:pt x="23108" y="46600"/>
                  </a:lnTo>
                  <a:lnTo>
                    <a:pt x="23200" y="46608"/>
                  </a:lnTo>
                  <a:lnTo>
                    <a:pt x="23392" y="46608"/>
                  </a:lnTo>
                  <a:lnTo>
                    <a:pt x="23660" y="46617"/>
                  </a:lnTo>
                  <a:lnTo>
                    <a:pt x="23878" y="46625"/>
                  </a:lnTo>
                  <a:lnTo>
                    <a:pt x="24070" y="46625"/>
                  </a:lnTo>
                  <a:lnTo>
                    <a:pt x="24263" y="46634"/>
                  </a:lnTo>
                  <a:lnTo>
                    <a:pt x="25175" y="46634"/>
                  </a:lnTo>
                  <a:lnTo>
                    <a:pt x="25418" y="46625"/>
                  </a:lnTo>
                  <a:lnTo>
                    <a:pt x="25619" y="46625"/>
                  </a:lnTo>
                  <a:lnTo>
                    <a:pt x="25811" y="46617"/>
                  </a:lnTo>
                  <a:lnTo>
                    <a:pt x="26054" y="46617"/>
                  </a:lnTo>
                  <a:lnTo>
                    <a:pt x="26297" y="46608"/>
                  </a:lnTo>
                  <a:lnTo>
                    <a:pt x="26489" y="46600"/>
                  </a:lnTo>
                  <a:lnTo>
                    <a:pt x="26682" y="46592"/>
                  </a:lnTo>
                  <a:lnTo>
                    <a:pt x="26941" y="46583"/>
                  </a:lnTo>
                  <a:lnTo>
                    <a:pt x="27175" y="46575"/>
                  </a:lnTo>
                  <a:lnTo>
                    <a:pt x="27259" y="46567"/>
                  </a:lnTo>
                  <a:lnTo>
                    <a:pt x="27451" y="46558"/>
                  </a:lnTo>
                  <a:lnTo>
                    <a:pt x="27711" y="46541"/>
                  </a:lnTo>
                  <a:lnTo>
                    <a:pt x="27945" y="46525"/>
                  </a:lnTo>
                  <a:lnTo>
                    <a:pt x="28037" y="46525"/>
                  </a:lnTo>
                  <a:lnTo>
                    <a:pt x="28213" y="46508"/>
                  </a:lnTo>
                  <a:lnTo>
                    <a:pt x="28406" y="46500"/>
                  </a:lnTo>
                  <a:lnTo>
                    <a:pt x="28606" y="46483"/>
                  </a:lnTo>
                  <a:lnTo>
                    <a:pt x="28791" y="46466"/>
                  </a:lnTo>
                  <a:lnTo>
                    <a:pt x="28983" y="46458"/>
                  </a:lnTo>
                  <a:lnTo>
                    <a:pt x="29176" y="46441"/>
                  </a:lnTo>
                  <a:lnTo>
                    <a:pt x="29376" y="46424"/>
                  </a:lnTo>
                  <a:lnTo>
                    <a:pt x="29569" y="46408"/>
                  </a:lnTo>
                  <a:lnTo>
                    <a:pt x="29753" y="46391"/>
                  </a:lnTo>
                  <a:lnTo>
                    <a:pt x="29920" y="46374"/>
                  </a:lnTo>
                  <a:lnTo>
                    <a:pt x="29946" y="46374"/>
                  </a:lnTo>
                  <a:cubicBezTo>
                    <a:pt x="30381" y="46332"/>
                    <a:pt x="30824" y="46282"/>
                    <a:pt x="31260" y="46232"/>
                  </a:cubicBezTo>
                  <a:cubicBezTo>
                    <a:pt x="31636" y="46190"/>
                    <a:pt x="32013" y="46140"/>
                    <a:pt x="32389" y="46090"/>
                  </a:cubicBezTo>
                  <a:cubicBezTo>
                    <a:pt x="32691" y="46048"/>
                    <a:pt x="32992" y="46006"/>
                    <a:pt x="33285" y="45956"/>
                  </a:cubicBezTo>
                  <a:cubicBezTo>
                    <a:pt x="33519" y="45914"/>
                    <a:pt x="33754" y="45872"/>
                    <a:pt x="33988" y="45830"/>
                  </a:cubicBezTo>
                  <a:cubicBezTo>
                    <a:pt x="34683" y="45705"/>
                    <a:pt x="35377" y="45554"/>
                    <a:pt x="36055" y="45378"/>
                  </a:cubicBezTo>
                  <a:cubicBezTo>
                    <a:pt x="36691" y="45211"/>
                    <a:pt x="37310" y="45027"/>
                    <a:pt x="37930" y="44809"/>
                  </a:cubicBezTo>
                  <a:cubicBezTo>
                    <a:pt x="38147" y="44734"/>
                    <a:pt x="38373" y="44650"/>
                    <a:pt x="38591" y="44566"/>
                  </a:cubicBezTo>
                  <a:lnTo>
                    <a:pt x="38599" y="44558"/>
                  </a:lnTo>
                  <a:cubicBezTo>
                    <a:pt x="38616" y="44600"/>
                    <a:pt x="38658" y="44633"/>
                    <a:pt x="38700" y="44633"/>
                  </a:cubicBezTo>
                  <a:cubicBezTo>
                    <a:pt x="38767" y="44633"/>
                    <a:pt x="38817" y="44583"/>
                    <a:pt x="38817" y="44516"/>
                  </a:cubicBezTo>
                  <a:cubicBezTo>
                    <a:pt x="38817" y="44508"/>
                    <a:pt x="38817" y="44491"/>
                    <a:pt x="38817" y="44474"/>
                  </a:cubicBezTo>
                  <a:cubicBezTo>
                    <a:pt x="39729" y="44106"/>
                    <a:pt x="40616" y="43671"/>
                    <a:pt x="41462" y="43144"/>
                  </a:cubicBezTo>
                  <a:cubicBezTo>
                    <a:pt x="44901" y="41034"/>
                    <a:pt x="47563" y="37293"/>
                    <a:pt x="47421" y="33259"/>
                  </a:cubicBezTo>
                  <a:cubicBezTo>
                    <a:pt x="47295" y="29803"/>
                    <a:pt x="45178" y="26949"/>
                    <a:pt x="43144" y="23919"/>
                  </a:cubicBezTo>
                  <a:lnTo>
                    <a:pt x="43152" y="23903"/>
                  </a:lnTo>
                  <a:cubicBezTo>
                    <a:pt x="44542" y="23375"/>
                    <a:pt x="45889" y="22723"/>
                    <a:pt x="47010" y="21752"/>
                  </a:cubicBezTo>
                  <a:cubicBezTo>
                    <a:pt x="48366" y="20597"/>
                    <a:pt x="49371" y="18940"/>
                    <a:pt x="49404" y="17157"/>
                  </a:cubicBezTo>
                  <a:cubicBezTo>
                    <a:pt x="49438" y="15676"/>
                    <a:pt x="48793" y="14236"/>
                    <a:pt x="47847" y="13098"/>
                  </a:cubicBezTo>
                  <a:cubicBezTo>
                    <a:pt x="46893" y="11960"/>
                    <a:pt x="45646" y="11106"/>
                    <a:pt x="44349" y="10386"/>
                  </a:cubicBezTo>
                  <a:cubicBezTo>
                    <a:pt x="42081" y="9139"/>
                    <a:pt x="39587" y="8302"/>
                    <a:pt x="37026" y="7901"/>
                  </a:cubicBezTo>
                  <a:lnTo>
                    <a:pt x="37093" y="7901"/>
                  </a:lnTo>
                  <a:cubicBezTo>
                    <a:pt x="37051" y="7800"/>
                    <a:pt x="37001" y="7708"/>
                    <a:pt x="36959" y="7608"/>
                  </a:cubicBezTo>
                  <a:cubicBezTo>
                    <a:pt x="36859" y="7423"/>
                    <a:pt x="36766" y="7231"/>
                    <a:pt x="36666" y="7047"/>
                  </a:cubicBezTo>
                  <a:cubicBezTo>
                    <a:pt x="36541" y="6813"/>
                    <a:pt x="36415" y="6587"/>
                    <a:pt x="36273" y="6361"/>
                  </a:cubicBezTo>
                  <a:cubicBezTo>
                    <a:pt x="36172" y="6185"/>
                    <a:pt x="36063" y="6017"/>
                    <a:pt x="35955" y="5850"/>
                  </a:cubicBezTo>
                  <a:cubicBezTo>
                    <a:pt x="35871" y="5716"/>
                    <a:pt x="35787" y="5582"/>
                    <a:pt x="35695" y="5457"/>
                  </a:cubicBezTo>
                  <a:cubicBezTo>
                    <a:pt x="35620" y="5348"/>
                    <a:pt x="35545" y="5239"/>
                    <a:pt x="35469" y="5139"/>
                  </a:cubicBezTo>
                  <a:cubicBezTo>
                    <a:pt x="34925" y="4394"/>
                    <a:pt x="34314" y="3699"/>
                    <a:pt x="33628" y="3080"/>
                  </a:cubicBezTo>
                  <a:cubicBezTo>
                    <a:pt x="33477" y="2938"/>
                    <a:pt x="33318" y="2804"/>
                    <a:pt x="33159" y="2678"/>
                  </a:cubicBezTo>
                  <a:lnTo>
                    <a:pt x="33151" y="2678"/>
                  </a:lnTo>
                  <a:cubicBezTo>
                    <a:pt x="32908" y="2327"/>
                    <a:pt x="32532" y="2067"/>
                    <a:pt x="32096" y="1908"/>
                  </a:cubicBezTo>
                  <a:cubicBezTo>
                    <a:pt x="31988" y="1841"/>
                    <a:pt x="31887" y="1783"/>
                    <a:pt x="31778" y="1716"/>
                  </a:cubicBezTo>
                  <a:cubicBezTo>
                    <a:pt x="29606" y="442"/>
                    <a:pt x="27079" y="1"/>
                    <a:pt x="24532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152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6" name="Google Shape;316;p32"/>
            <p:cNvGrpSpPr/>
            <p:nvPr/>
          </p:nvGrpSpPr>
          <p:grpSpPr>
            <a:xfrm>
              <a:off x="6902775" y="665925"/>
              <a:ext cx="1235950" cy="1165850"/>
              <a:chOff x="6902775" y="665925"/>
              <a:chExt cx="1235950" cy="1165850"/>
            </a:xfrm>
          </p:grpSpPr>
          <p:sp>
            <p:nvSpPr>
              <p:cNvPr id="317" name="Google Shape;317;p32"/>
              <p:cNvSpPr/>
              <p:nvPr/>
            </p:nvSpPr>
            <p:spPr>
              <a:xfrm>
                <a:off x="6902775" y="665925"/>
                <a:ext cx="1189100" cy="1165850"/>
              </a:xfrm>
              <a:custGeom>
                <a:rect b="b" l="l" r="r" t="t"/>
                <a:pathLst>
                  <a:path extrusionOk="0" h="46634" w="47564">
                    <a:moveTo>
                      <a:pt x="24533" y="1"/>
                    </a:moveTo>
                    <a:cubicBezTo>
                      <a:pt x="23430" y="1"/>
                      <a:pt x="22324" y="84"/>
                      <a:pt x="21242" y="218"/>
                    </a:cubicBezTo>
                    <a:cubicBezTo>
                      <a:pt x="17183" y="720"/>
                      <a:pt x="13174" y="1900"/>
                      <a:pt x="9684" y="4034"/>
                    </a:cubicBezTo>
                    <a:cubicBezTo>
                      <a:pt x="6202" y="6160"/>
                      <a:pt x="3265" y="9298"/>
                      <a:pt x="1725" y="13081"/>
                    </a:cubicBezTo>
                    <a:cubicBezTo>
                      <a:pt x="1" y="17333"/>
                      <a:pt x="110" y="22103"/>
                      <a:pt x="737" y="26639"/>
                    </a:cubicBezTo>
                    <a:cubicBezTo>
                      <a:pt x="1281" y="30615"/>
                      <a:pt x="2252" y="34649"/>
                      <a:pt x="4528" y="37946"/>
                    </a:cubicBezTo>
                    <a:cubicBezTo>
                      <a:pt x="7190" y="41796"/>
                      <a:pt x="11467" y="44332"/>
                      <a:pt x="15978" y="45562"/>
                    </a:cubicBezTo>
                    <a:cubicBezTo>
                      <a:pt x="18836" y="46340"/>
                      <a:pt x="21791" y="46633"/>
                      <a:pt x="24756" y="46633"/>
                    </a:cubicBezTo>
                    <a:cubicBezTo>
                      <a:pt x="26480" y="46633"/>
                      <a:pt x="28207" y="46534"/>
                      <a:pt x="29921" y="46374"/>
                    </a:cubicBezTo>
                    <a:cubicBezTo>
                      <a:pt x="33938" y="45998"/>
                      <a:pt x="38031" y="45261"/>
                      <a:pt x="41462" y="43144"/>
                    </a:cubicBezTo>
                    <a:cubicBezTo>
                      <a:pt x="44902" y="41035"/>
                      <a:pt x="47563" y="37293"/>
                      <a:pt x="47421" y="33259"/>
                    </a:cubicBezTo>
                    <a:cubicBezTo>
                      <a:pt x="47203" y="27167"/>
                      <a:pt x="40809" y="22965"/>
                      <a:pt x="39529" y="16337"/>
                    </a:cubicBezTo>
                    <a:cubicBezTo>
                      <a:pt x="38993" y="13541"/>
                      <a:pt x="38382" y="10729"/>
                      <a:pt x="37202" y="8143"/>
                    </a:cubicBezTo>
                    <a:cubicBezTo>
                      <a:pt x="36030" y="5549"/>
                      <a:pt x="34239" y="3155"/>
                      <a:pt x="31779" y="1716"/>
                    </a:cubicBezTo>
                    <a:cubicBezTo>
                      <a:pt x="29606" y="442"/>
                      <a:pt x="27079" y="1"/>
                      <a:pt x="2453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32"/>
              <p:cNvSpPr/>
              <p:nvPr/>
            </p:nvSpPr>
            <p:spPr>
              <a:xfrm>
                <a:off x="7004875" y="706900"/>
                <a:ext cx="331250" cy="441550"/>
              </a:xfrm>
              <a:custGeom>
                <a:rect b="b" l="l" r="r" t="t"/>
                <a:pathLst>
                  <a:path extrusionOk="0" h="17662" w="13250">
                    <a:moveTo>
                      <a:pt x="5726" y="0"/>
                    </a:moveTo>
                    <a:cubicBezTo>
                      <a:pt x="4519" y="0"/>
                      <a:pt x="3354" y="163"/>
                      <a:pt x="2244" y="487"/>
                    </a:cubicBezTo>
                    <a:cubicBezTo>
                      <a:pt x="1457" y="713"/>
                      <a:pt x="880" y="1374"/>
                      <a:pt x="754" y="2186"/>
                    </a:cubicBezTo>
                    <a:cubicBezTo>
                      <a:pt x="126" y="6546"/>
                      <a:pt x="1" y="10990"/>
                      <a:pt x="394" y="15401"/>
                    </a:cubicBezTo>
                    <a:cubicBezTo>
                      <a:pt x="478" y="16305"/>
                      <a:pt x="1139" y="17066"/>
                      <a:pt x="2026" y="17250"/>
                    </a:cubicBezTo>
                    <a:cubicBezTo>
                      <a:pt x="3344" y="17523"/>
                      <a:pt x="4692" y="17661"/>
                      <a:pt x="6045" y="17661"/>
                    </a:cubicBezTo>
                    <a:cubicBezTo>
                      <a:pt x="7269" y="17661"/>
                      <a:pt x="8497" y="17548"/>
                      <a:pt x="9709" y="17317"/>
                    </a:cubicBezTo>
                    <a:cubicBezTo>
                      <a:pt x="10588" y="17150"/>
                      <a:pt x="11266" y="16422"/>
                      <a:pt x="11366" y="15535"/>
                    </a:cubicBezTo>
                    <a:cubicBezTo>
                      <a:pt x="11417" y="15125"/>
                      <a:pt x="11458" y="14715"/>
                      <a:pt x="11492" y="14304"/>
                    </a:cubicBezTo>
                    <a:cubicBezTo>
                      <a:pt x="12094" y="14279"/>
                      <a:pt x="12697" y="14263"/>
                      <a:pt x="13249" y="14263"/>
                    </a:cubicBezTo>
                    <a:cubicBezTo>
                      <a:pt x="12722" y="13786"/>
                      <a:pt x="12170" y="13334"/>
                      <a:pt x="11601" y="12915"/>
                    </a:cubicBezTo>
                    <a:cubicBezTo>
                      <a:pt x="11827" y="9341"/>
                      <a:pt x="11668" y="5743"/>
                      <a:pt x="11107" y="2211"/>
                    </a:cubicBezTo>
                    <a:cubicBezTo>
                      <a:pt x="10981" y="1407"/>
                      <a:pt x="10404" y="746"/>
                      <a:pt x="9617" y="537"/>
                    </a:cubicBezTo>
                    <a:cubicBezTo>
                      <a:pt x="8288" y="178"/>
                      <a:pt x="6985" y="0"/>
                      <a:pt x="572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32"/>
              <p:cNvSpPr/>
              <p:nvPr/>
            </p:nvSpPr>
            <p:spPr>
              <a:xfrm>
                <a:off x="7014725" y="1029150"/>
                <a:ext cx="321400" cy="119275"/>
              </a:xfrm>
              <a:custGeom>
                <a:rect b="b" l="l" r="r" t="t"/>
                <a:pathLst>
                  <a:path extrusionOk="0" h="4771" w="12856">
                    <a:moveTo>
                      <a:pt x="5658" y="4771"/>
                    </a:moveTo>
                    <a:cubicBezTo>
                      <a:pt x="4302" y="4771"/>
                      <a:pt x="2955" y="4628"/>
                      <a:pt x="1632" y="4360"/>
                    </a:cubicBezTo>
                    <a:cubicBezTo>
                      <a:pt x="745" y="4176"/>
                      <a:pt x="84" y="3415"/>
                      <a:pt x="0" y="2511"/>
                    </a:cubicBezTo>
                    <a:cubicBezTo>
                      <a:pt x="0" y="2511"/>
                      <a:pt x="0" y="2502"/>
                      <a:pt x="0" y="2494"/>
                    </a:cubicBezTo>
                    <a:cubicBezTo>
                      <a:pt x="0" y="2502"/>
                      <a:pt x="0" y="2511"/>
                      <a:pt x="0" y="2511"/>
                    </a:cubicBezTo>
                    <a:cubicBezTo>
                      <a:pt x="84" y="3415"/>
                      <a:pt x="745" y="4176"/>
                      <a:pt x="1632" y="4360"/>
                    </a:cubicBezTo>
                    <a:cubicBezTo>
                      <a:pt x="2955" y="4628"/>
                      <a:pt x="4302" y="4771"/>
                      <a:pt x="5658" y="4771"/>
                    </a:cubicBezTo>
                    <a:cubicBezTo>
                      <a:pt x="6880" y="4771"/>
                      <a:pt x="8102" y="4653"/>
                      <a:pt x="9315" y="4427"/>
                    </a:cubicBezTo>
                    <a:cubicBezTo>
                      <a:pt x="10194" y="4260"/>
                      <a:pt x="10872" y="3532"/>
                      <a:pt x="10972" y="2645"/>
                    </a:cubicBezTo>
                    <a:cubicBezTo>
                      <a:pt x="11023" y="2235"/>
                      <a:pt x="11064" y="1825"/>
                      <a:pt x="11098" y="1414"/>
                    </a:cubicBezTo>
                    <a:cubicBezTo>
                      <a:pt x="11700" y="1389"/>
                      <a:pt x="12303" y="1373"/>
                      <a:pt x="12855" y="1373"/>
                    </a:cubicBezTo>
                    <a:cubicBezTo>
                      <a:pt x="12303" y="1373"/>
                      <a:pt x="11700" y="1389"/>
                      <a:pt x="11098" y="1414"/>
                    </a:cubicBezTo>
                    <a:cubicBezTo>
                      <a:pt x="11064" y="1825"/>
                      <a:pt x="11023" y="2235"/>
                      <a:pt x="10972" y="2645"/>
                    </a:cubicBezTo>
                    <a:cubicBezTo>
                      <a:pt x="10872" y="3532"/>
                      <a:pt x="10194" y="4260"/>
                      <a:pt x="9315" y="4427"/>
                    </a:cubicBezTo>
                    <a:cubicBezTo>
                      <a:pt x="8102" y="4653"/>
                      <a:pt x="6880" y="4771"/>
                      <a:pt x="5658" y="4771"/>
                    </a:cubicBezTo>
                    <a:close/>
                    <a:moveTo>
                      <a:pt x="11207" y="0"/>
                    </a:moveTo>
                    <a:cubicBezTo>
                      <a:pt x="11207" y="0"/>
                      <a:pt x="11207" y="0"/>
                      <a:pt x="11207" y="0"/>
                    </a:cubicBezTo>
                    <a:cubicBezTo>
                      <a:pt x="11207" y="0"/>
                      <a:pt x="11207" y="0"/>
                      <a:pt x="11207" y="0"/>
                    </a:cubicBezTo>
                    <a:close/>
                  </a:path>
                </a:pathLst>
              </a:custGeom>
              <a:solidFill>
                <a:srgbClr val="6052A3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32"/>
              <p:cNvSpPr/>
              <p:nvPr/>
            </p:nvSpPr>
            <p:spPr>
              <a:xfrm>
                <a:off x="7006350" y="704000"/>
                <a:ext cx="332900" cy="447350"/>
              </a:xfrm>
              <a:custGeom>
                <a:rect b="b" l="l" r="r" t="t"/>
                <a:pathLst>
                  <a:path extrusionOk="0" h="17894" w="13316">
                    <a:moveTo>
                      <a:pt x="5666" y="0"/>
                    </a:moveTo>
                    <a:cubicBezTo>
                      <a:pt x="4779" y="0"/>
                      <a:pt x="3926" y="92"/>
                      <a:pt x="3089" y="260"/>
                    </a:cubicBezTo>
                    <a:cubicBezTo>
                      <a:pt x="3022" y="276"/>
                      <a:pt x="2988" y="335"/>
                      <a:pt x="2997" y="394"/>
                    </a:cubicBezTo>
                    <a:cubicBezTo>
                      <a:pt x="3012" y="454"/>
                      <a:pt x="3061" y="487"/>
                      <a:pt x="3113" y="487"/>
                    </a:cubicBezTo>
                    <a:cubicBezTo>
                      <a:pt x="3119" y="487"/>
                      <a:pt x="3125" y="486"/>
                      <a:pt x="3131" y="486"/>
                    </a:cubicBezTo>
                    <a:cubicBezTo>
                      <a:pt x="3951" y="318"/>
                      <a:pt x="4796" y="235"/>
                      <a:pt x="5666" y="235"/>
                    </a:cubicBezTo>
                    <a:cubicBezTo>
                      <a:pt x="6913" y="235"/>
                      <a:pt x="8211" y="410"/>
                      <a:pt x="9533" y="762"/>
                    </a:cubicBezTo>
                    <a:cubicBezTo>
                      <a:pt x="10270" y="963"/>
                      <a:pt x="10822" y="1590"/>
                      <a:pt x="10939" y="2344"/>
                    </a:cubicBezTo>
                    <a:cubicBezTo>
                      <a:pt x="11332" y="4846"/>
                      <a:pt x="11525" y="7382"/>
                      <a:pt x="11525" y="9918"/>
                    </a:cubicBezTo>
                    <a:cubicBezTo>
                      <a:pt x="11525" y="10956"/>
                      <a:pt x="11491" y="11993"/>
                      <a:pt x="11433" y="13023"/>
                    </a:cubicBezTo>
                    <a:cubicBezTo>
                      <a:pt x="11425" y="13065"/>
                      <a:pt x="11441" y="13098"/>
                      <a:pt x="11475" y="13123"/>
                    </a:cubicBezTo>
                    <a:cubicBezTo>
                      <a:pt x="11964" y="13483"/>
                      <a:pt x="12435" y="13861"/>
                      <a:pt x="12892" y="14264"/>
                    </a:cubicBezTo>
                    <a:lnTo>
                      <a:pt x="12892" y="14264"/>
                    </a:lnTo>
                    <a:cubicBezTo>
                      <a:pt x="12421" y="14270"/>
                      <a:pt x="11930" y="14291"/>
                      <a:pt x="11433" y="14312"/>
                    </a:cubicBezTo>
                    <a:cubicBezTo>
                      <a:pt x="11374" y="14312"/>
                      <a:pt x="11324" y="14353"/>
                      <a:pt x="11324" y="14412"/>
                    </a:cubicBezTo>
                    <a:cubicBezTo>
                      <a:pt x="11282" y="14822"/>
                      <a:pt x="11240" y="15232"/>
                      <a:pt x="11190" y="15634"/>
                    </a:cubicBezTo>
                    <a:cubicBezTo>
                      <a:pt x="11098" y="16479"/>
                      <a:pt x="10462" y="17166"/>
                      <a:pt x="9625" y="17325"/>
                    </a:cubicBezTo>
                    <a:cubicBezTo>
                      <a:pt x="8428" y="17551"/>
                      <a:pt x="7206" y="17659"/>
                      <a:pt x="5993" y="17659"/>
                    </a:cubicBezTo>
                    <a:cubicBezTo>
                      <a:pt x="4645" y="17659"/>
                      <a:pt x="3306" y="17525"/>
                      <a:pt x="1984" y="17249"/>
                    </a:cubicBezTo>
                    <a:cubicBezTo>
                      <a:pt x="1147" y="17082"/>
                      <a:pt x="528" y="16362"/>
                      <a:pt x="452" y="15508"/>
                    </a:cubicBezTo>
                    <a:cubicBezTo>
                      <a:pt x="302" y="13826"/>
                      <a:pt x="226" y="12136"/>
                      <a:pt x="226" y="10445"/>
                    </a:cubicBezTo>
                    <a:cubicBezTo>
                      <a:pt x="226" y="8093"/>
                      <a:pt x="369" y="5750"/>
                      <a:pt x="662" y="3423"/>
                    </a:cubicBezTo>
                    <a:cubicBezTo>
                      <a:pt x="670" y="3356"/>
                      <a:pt x="628" y="3306"/>
                      <a:pt x="561" y="3298"/>
                    </a:cubicBezTo>
                    <a:cubicBezTo>
                      <a:pt x="556" y="3297"/>
                      <a:pt x="551" y="3297"/>
                      <a:pt x="546" y="3297"/>
                    </a:cubicBezTo>
                    <a:cubicBezTo>
                      <a:pt x="493" y="3297"/>
                      <a:pt x="443" y="3337"/>
                      <a:pt x="436" y="3398"/>
                    </a:cubicBezTo>
                    <a:cubicBezTo>
                      <a:pt x="143" y="5725"/>
                      <a:pt x="0" y="8085"/>
                      <a:pt x="0" y="10445"/>
                    </a:cubicBezTo>
                    <a:cubicBezTo>
                      <a:pt x="0" y="12136"/>
                      <a:pt x="76" y="13835"/>
                      <a:pt x="226" y="15534"/>
                    </a:cubicBezTo>
                    <a:cubicBezTo>
                      <a:pt x="310" y="16488"/>
                      <a:pt x="1005" y="17283"/>
                      <a:pt x="1942" y="17475"/>
                    </a:cubicBezTo>
                    <a:cubicBezTo>
                      <a:pt x="3273" y="17751"/>
                      <a:pt x="4629" y="17894"/>
                      <a:pt x="5993" y="17894"/>
                    </a:cubicBezTo>
                    <a:cubicBezTo>
                      <a:pt x="7223" y="17894"/>
                      <a:pt x="8453" y="17777"/>
                      <a:pt x="9667" y="17551"/>
                    </a:cubicBezTo>
                    <a:cubicBezTo>
                      <a:pt x="10604" y="17366"/>
                      <a:pt x="11307" y="16605"/>
                      <a:pt x="11425" y="15659"/>
                    </a:cubicBezTo>
                    <a:cubicBezTo>
                      <a:pt x="11463" y="15281"/>
                      <a:pt x="11502" y="14910"/>
                      <a:pt x="11540" y="14533"/>
                    </a:cubicBezTo>
                    <a:lnTo>
                      <a:pt x="11540" y="14533"/>
                    </a:lnTo>
                    <a:cubicBezTo>
                      <a:pt x="12109" y="14510"/>
                      <a:pt x="12668" y="14487"/>
                      <a:pt x="13190" y="14487"/>
                    </a:cubicBezTo>
                    <a:cubicBezTo>
                      <a:pt x="13241" y="14487"/>
                      <a:pt x="13283" y="14462"/>
                      <a:pt x="13299" y="14412"/>
                    </a:cubicBezTo>
                    <a:cubicBezTo>
                      <a:pt x="13316" y="14370"/>
                      <a:pt x="13299" y="14320"/>
                      <a:pt x="13266" y="14287"/>
                    </a:cubicBezTo>
                    <a:cubicBezTo>
                      <a:pt x="12755" y="13824"/>
                      <a:pt x="12221" y="13386"/>
                      <a:pt x="11663" y="12978"/>
                    </a:cubicBezTo>
                    <a:lnTo>
                      <a:pt x="11663" y="12978"/>
                    </a:lnTo>
                    <a:cubicBezTo>
                      <a:pt x="11727" y="11961"/>
                      <a:pt x="11759" y="10943"/>
                      <a:pt x="11759" y="9918"/>
                    </a:cubicBezTo>
                    <a:cubicBezTo>
                      <a:pt x="11759" y="7374"/>
                      <a:pt x="11558" y="4829"/>
                      <a:pt x="11165" y="2310"/>
                    </a:cubicBezTo>
                    <a:cubicBezTo>
                      <a:pt x="11031" y="1465"/>
                      <a:pt x="10420" y="762"/>
                      <a:pt x="9592" y="544"/>
                    </a:cubicBezTo>
                    <a:cubicBezTo>
                      <a:pt x="8253" y="184"/>
                      <a:pt x="6939" y="0"/>
                      <a:pt x="56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p32"/>
              <p:cNvSpPr/>
              <p:nvPr/>
            </p:nvSpPr>
            <p:spPr>
              <a:xfrm>
                <a:off x="7019125" y="758775"/>
                <a:ext cx="7750" cy="17450"/>
              </a:xfrm>
              <a:custGeom>
                <a:rect b="b" l="l" r="r" t="t"/>
                <a:pathLst>
                  <a:path extrusionOk="0" h="698" w="310">
                    <a:moveTo>
                      <a:pt x="186" y="1"/>
                    </a:moveTo>
                    <a:cubicBezTo>
                      <a:pt x="133" y="1"/>
                      <a:pt x="83" y="40"/>
                      <a:pt x="75" y="94"/>
                    </a:cubicBezTo>
                    <a:cubicBezTo>
                      <a:pt x="50" y="253"/>
                      <a:pt x="33" y="412"/>
                      <a:pt x="8" y="563"/>
                    </a:cubicBezTo>
                    <a:cubicBezTo>
                      <a:pt x="0" y="630"/>
                      <a:pt x="42" y="688"/>
                      <a:pt x="109" y="697"/>
                    </a:cubicBezTo>
                    <a:cubicBezTo>
                      <a:pt x="114" y="697"/>
                      <a:pt x="119" y="698"/>
                      <a:pt x="124" y="698"/>
                    </a:cubicBezTo>
                    <a:cubicBezTo>
                      <a:pt x="177" y="698"/>
                      <a:pt x="227" y="657"/>
                      <a:pt x="234" y="596"/>
                    </a:cubicBezTo>
                    <a:cubicBezTo>
                      <a:pt x="259" y="437"/>
                      <a:pt x="276" y="286"/>
                      <a:pt x="301" y="127"/>
                    </a:cubicBezTo>
                    <a:cubicBezTo>
                      <a:pt x="310" y="69"/>
                      <a:pt x="268" y="10"/>
                      <a:pt x="201" y="2"/>
                    </a:cubicBezTo>
                    <a:cubicBezTo>
                      <a:pt x="196" y="1"/>
                      <a:pt x="191" y="1"/>
                      <a:pt x="18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32"/>
              <p:cNvSpPr/>
              <p:nvPr/>
            </p:nvSpPr>
            <p:spPr>
              <a:xfrm>
                <a:off x="7033550" y="716150"/>
                <a:ext cx="30575" cy="20850"/>
              </a:xfrm>
              <a:custGeom>
                <a:rect b="b" l="l" r="r" t="t"/>
                <a:pathLst>
                  <a:path extrusionOk="0" h="834" w="1223">
                    <a:moveTo>
                      <a:pt x="1100" y="1"/>
                    </a:moveTo>
                    <a:cubicBezTo>
                      <a:pt x="1088" y="1"/>
                      <a:pt x="1075" y="3"/>
                      <a:pt x="1063" y="8"/>
                    </a:cubicBezTo>
                    <a:cubicBezTo>
                      <a:pt x="662" y="117"/>
                      <a:pt x="310" y="343"/>
                      <a:pt x="42" y="644"/>
                    </a:cubicBezTo>
                    <a:cubicBezTo>
                      <a:pt x="0" y="694"/>
                      <a:pt x="0" y="761"/>
                      <a:pt x="51" y="803"/>
                    </a:cubicBezTo>
                    <a:cubicBezTo>
                      <a:pt x="71" y="823"/>
                      <a:pt x="98" y="833"/>
                      <a:pt x="126" y="833"/>
                    </a:cubicBezTo>
                    <a:cubicBezTo>
                      <a:pt x="157" y="833"/>
                      <a:pt x="188" y="821"/>
                      <a:pt x="210" y="795"/>
                    </a:cubicBezTo>
                    <a:cubicBezTo>
                      <a:pt x="452" y="527"/>
                      <a:pt x="762" y="326"/>
                      <a:pt x="1122" y="226"/>
                    </a:cubicBezTo>
                    <a:cubicBezTo>
                      <a:pt x="1189" y="209"/>
                      <a:pt x="1222" y="142"/>
                      <a:pt x="1206" y="83"/>
                    </a:cubicBezTo>
                    <a:cubicBezTo>
                      <a:pt x="1192" y="37"/>
                      <a:pt x="1147" y="1"/>
                      <a:pt x="110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32"/>
              <p:cNvSpPr/>
              <p:nvPr/>
            </p:nvSpPr>
            <p:spPr>
              <a:xfrm>
                <a:off x="7099675" y="836850"/>
                <a:ext cx="117175" cy="170350"/>
              </a:xfrm>
              <a:custGeom>
                <a:rect b="b" l="l" r="r" t="t"/>
                <a:pathLst>
                  <a:path extrusionOk="0" h="6814" w="4687">
                    <a:moveTo>
                      <a:pt x="2126" y="1"/>
                    </a:moveTo>
                    <a:cubicBezTo>
                      <a:pt x="1816" y="1"/>
                      <a:pt x="1532" y="26"/>
                      <a:pt x="1272" y="68"/>
                    </a:cubicBezTo>
                    <a:cubicBezTo>
                      <a:pt x="1013" y="118"/>
                      <a:pt x="787" y="185"/>
                      <a:pt x="603" y="268"/>
                    </a:cubicBezTo>
                    <a:cubicBezTo>
                      <a:pt x="410" y="361"/>
                      <a:pt x="268" y="478"/>
                      <a:pt x="159" y="612"/>
                    </a:cubicBezTo>
                    <a:cubicBezTo>
                      <a:pt x="59" y="754"/>
                      <a:pt x="0" y="913"/>
                      <a:pt x="9" y="1097"/>
                    </a:cubicBezTo>
                    <a:cubicBezTo>
                      <a:pt x="9" y="1281"/>
                      <a:pt x="50" y="1440"/>
                      <a:pt x="134" y="1574"/>
                    </a:cubicBezTo>
                    <a:cubicBezTo>
                      <a:pt x="218" y="1700"/>
                      <a:pt x="327" y="1817"/>
                      <a:pt x="444" y="1909"/>
                    </a:cubicBezTo>
                    <a:cubicBezTo>
                      <a:pt x="603" y="1808"/>
                      <a:pt x="804" y="1716"/>
                      <a:pt x="1063" y="1641"/>
                    </a:cubicBezTo>
                    <a:cubicBezTo>
                      <a:pt x="1314" y="1566"/>
                      <a:pt x="1590" y="1524"/>
                      <a:pt x="1883" y="1524"/>
                    </a:cubicBezTo>
                    <a:cubicBezTo>
                      <a:pt x="2201" y="1524"/>
                      <a:pt x="2427" y="1574"/>
                      <a:pt x="2553" y="1675"/>
                    </a:cubicBezTo>
                    <a:cubicBezTo>
                      <a:pt x="2687" y="1767"/>
                      <a:pt x="2754" y="1884"/>
                      <a:pt x="2754" y="2026"/>
                    </a:cubicBezTo>
                    <a:cubicBezTo>
                      <a:pt x="2754" y="2269"/>
                      <a:pt x="2578" y="2445"/>
                      <a:pt x="2226" y="2537"/>
                    </a:cubicBezTo>
                    <a:lnTo>
                      <a:pt x="1398" y="2746"/>
                    </a:lnTo>
                    <a:cubicBezTo>
                      <a:pt x="1172" y="2796"/>
                      <a:pt x="996" y="2888"/>
                      <a:pt x="879" y="2997"/>
                    </a:cubicBezTo>
                    <a:cubicBezTo>
                      <a:pt x="762" y="3106"/>
                      <a:pt x="712" y="3273"/>
                      <a:pt x="712" y="3491"/>
                    </a:cubicBezTo>
                    <a:cubicBezTo>
                      <a:pt x="712" y="3717"/>
                      <a:pt x="762" y="3917"/>
                      <a:pt x="871" y="4077"/>
                    </a:cubicBezTo>
                    <a:cubicBezTo>
                      <a:pt x="979" y="4244"/>
                      <a:pt x="1097" y="4361"/>
                      <a:pt x="1214" y="4428"/>
                    </a:cubicBezTo>
                    <a:lnTo>
                      <a:pt x="2285" y="4210"/>
                    </a:lnTo>
                    <a:cubicBezTo>
                      <a:pt x="3892" y="3876"/>
                      <a:pt x="4687" y="3148"/>
                      <a:pt x="4679" y="2009"/>
                    </a:cubicBezTo>
                    <a:cubicBezTo>
                      <a:pt x="4679" y="1407"/>
                      <a:pt x="4461" y="921"/>
                      <a:pt x="4034" y="553"/>
                    </a:cubicBezTo>
                    <a:cubicBezTo>
                      <a:pt x="3599" y="185"/>
                      <a:pt x="2963" y="1"/>
                      <a:pt x="2126" y="1"/>
                    </a:cubicBezTo>
                    <a:close/>
                    <a:moveTo>
                      <a:pt x="1883" y="4813"/>
                    </a:moveTo>
                    <a:cubicBezTo>
                      <a:pt x="1565" y="4813"/>
                      <a:pt x="1314" y="4913"/>
                      <a:pt x="1138" y="5098"/>
                    </a:cubicBezTo>
                    <a:cubicBezTo>
                      <a:pt x="954" y="5290"/>
                      <a:pt x="871" y="5533"/>
                      <a:pt x="871" y="5817"/>
                    </a:cubicBezTo>
                    <a:cubicBezTo>
                      <a:pt x="871" y="6110"/>
                      <a:pt x="963" y="6353"/>
                      <a:pt x="1147" y="6537"/>
                    </a:cubicBezTo>
                    <a:cubicBezTo>
                      <a:pt x="1316" y="6714"/>
                      <a:pt x="1554" y="6814"/>
                      <a:pt x="1863" y="6814"/>
                    </a:cubicBezTo>
                    <a:cubicBezTo>
                      <a:pt x="1875" y="6814"/>
                      <a:pt x="1887" y="6814"/>
                      <a:pt x="1900" y="6813"/>
                    </a:cubicBezTo>
                    <a:cubicBezTo>
                      <a:pt x="2218" y="6813"/>
                      <a:pt x="2469" y="6721"/>
                      <a:pt x="2645" y="6529"/>
                    </a:cubicBezTo>
                    <a:cubicBezTo>
                      <a:pt x="2829" y="6345"/>
                      <a:pt x="2913" y="6102"/>
                      <a:pt x="2913" y="5809"/>
                    </a:cubicBezTo>
                    <a:cubicBezTo>
                      <a:pt x="2913" y="5516"/>
                      <a:pt x="2821" y="5282"/>
                      <a:pt x="2636" y="5098"/>
                    </a:cubicBezTo>
                    <a:cubicBezTo>
                      <a:pt x="2452" y="4905"/>
                      <a:pt x="2210" y="4813"/>
                      <a:pt x="1883" y="481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32"/>
              <p:cNvSpPr/>
              <p:nvPr/>
            </p:nvSpPr>
            <p:spPr>
              <a:xfrm>
                <a:off x="7509125" y="1042750"/>
                <a:ext cx="77650" cy="112850"/>
              </a:xfrm>
              <a:custGeom>
                <a:rect b="b" l="l" r="r" t="t"/>
                <a:pathLst>
                  <a:path extrusionOk="0" h="4514" w="3106">
                    <a:moveTo>
                      <a:pt x="2754" y="0"/>
                    </a:moveTo>
                    <a:lnTo>
                      <a:pt x="76" y="126"/>
                    </a:lnTo>
                    <a:cubicBezTo>
                      <a:pt x="34" y="1523"/>
                      <a:pt x="1" y="2921"/>
                      <a:pt x="59" y="4369"/>
                    </a:cubicBezTo>
                    <a:cubicBezTo>
                      <a:pt x="516" y="4467"/>
                      <a:pt x="985" y="4514"/>
                      <a:pt x="1463" y="4514"/>
                    </a:cubicBezTo>
                    <a:cubicBezTo>
                      <a:pt x="2002" y="4514"/>
                      <a:pt x="2551" y="4455"/>
                      <a:pt x="3106" y="4344"/>
                    </a:cubicBezTo>
                    <a:cubicBezTo>
                      <a:pt x="2989" y="2896"/>
                      <a:pt x="2871" y="1448"/>
                      <a:pt x="27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32"/>
              <p:cNvSpPr/>
              <p:nvPr/>
            </p:nvSpPr>
            <p:spPr>
              <a:xfrm>
                <a:off x="7128125" y="1412875"/>
                <a:ext cx="259050" cy="252050"/>
              </a:xfrm>
              <a:custGeom>
                <a:rect b="b" l="l" r="r" t="t"/>
                <a:pathLst>
                  <a:path extrusionOk="0" h="10082" w="10362">
                    <a:moveTo>
                      <a:pt x="1549" y="0"/>
                    </a:moveTo>
                    <a:lnTo>
                      <a:pt x="1549" y="0"/>
                    </a:lnTo>
                    <a:cubicBezTo>
                      <a:pt x="0" y="2377"/>
                      <a:pt x="260" y="5725"/>
                      <a:pt x="2109" y="7842"/>
                    </a:cubicBezTo>
                    <a:cubicBezTo>
                      <a:pt x="3360" y="9286"/>
                      <a:pt x="5278" y="10081"/>
                      <a:pt x="7182" y="10081"/>
                    </a:cubicBezTo>
                    <a:cubicBezTo>
                      <a:pt x="8082" y="10081"/>
                      <a:pt x="8979" y="9904"/>
                      <a:pt x="9801" y="9533"/>
                    </a:cubicBezTo>
                    <a:cubicBezTo>
                      <a:pt x="10169" y="7248"/>
                      <a:pt x="10269" y="4930"/>
                      <a:pt x="10362" y="2612"/>
                    </a:cubicBezTo>
                    <a:cubicBezTo>
                      <a:pt x="7616" y="1097"/>
                      <a:pt x="4603" y="318"/>
                      <a:pt x="154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32"/>
              <p:cNvSpPr/>
              <p:nvPr/>
            </p:nvSpPr>
            <p:spPr>
              <a:xfrm>
                <a:off x="7179800" y="1546775"/>
                <a:ext cx="49000" cy="52975"/>
              </a:xfrm>
              <a:custGeom>
                <a:rect b="b" l="l" r="r" t="t"/>
                <a:pathLst>
                  <a:path extrusionOk="0" h="2119" w="1960">
                    <a:moveTo>
                      <a:pt x="135" y="1"/>
                    </a:moveTo>
                    <a:cubicBezTo>
                      <a:pt x="76" y="1"/>
                      <a:pt x="17" y="42"/>
                      <a:pt x="9" y="109"/>
                    </a:cubicBezTo>
                    <a:cubicBezTo>
                      <a:pt x="9" y="160"/>
                      <a:pt x="1" y="210"/>
                      <a:pt x="1" y="252"/>
                    </a:cubicBezTo>
                    <a:cubicBezTo>
                      <a:pt x="1" y="746"/>
                      <a:pt x="218" y="1206"/>
                      <a:pt x="561" y="1549"/>
                    </a:cubicBezTo>
                    <a:cubicBezTo>
                      <a:pt x="896" y="1892"/>
                      <a:pt x="1356" y="2118"/>
                      <a:pt x="1842" y="2118"/>
                    </a:cubicBezTo>
                    <a:cubicBezTo>
                      <a:pt x="1909" y="2118"/>
                      <a:pt x="1959" y="2068"/>
                      <a:pt x="1959" y="2009"/>
                    </a:cubicBezTo>
                    <a:cubicBezTo>
                      <a:pt x="1959" y="1942"/>
                      <a:pt x="1909" y="1892"/>
                      <a:pt x="1850" y="1892"/>
                    </a:cubicBezTo>
                    <a:lnTo>
                      <a:pt x="1842" y="1892"/>
                    </a:lnTo>
                    <a:cubicBezTo>
                      <a:pt x="1423" y="1892"/>
                      <a:pt x="1022" y="1700"/>
                      <a:pt x="720" y="1390"/>
                    </a:cubicBezTo>
                    <a:cubicBezTo>
                      <a:pt x="419" y="1080"/>
                      <a:pt x="235" y="670"/>
                      <a:pt x="235" y="252"/>
                    </a:cubicBezTo>
                    <a:cubicBezTo>
                      <a:pt x="235" y="210"/>
                      <a:pt x="235" y="168"/>
                      <a:pt x="235" y="126"/>
                    </a:cubicBezTo>
                    <a:cubicBezTo>
                      <a:pt x="243" y="68"/>
                      <a:pt x="201" y="9"/>
                      <a:pt x="135" y="1"/>
                    </a:cubicBezTo>
                    <a:close/>
                  </a:path>
                </a:pathLst>
              </a:custGeom>
              <a:solidFill>
                <a:srgbClr val="282359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32"/>
              <p:cNvSpPr/>
              <p:nvPr/>
            </p:nvSpPr>
            <p:spPr>
              <a:xfrm>
                <a:off x="7127700" y="1167850"/>
                <a:ext cx="269725" cy="331675"/>
              </a:xfrm>
              <a:custGeom>
                <a:rect b="b" l="l" r="r" t="t"/>
                <a:pathLst>
                  <a:path extrusionOk="0" h="13267" w="10789">
                    <a:moveTo>
                      <a:pt x="9826" y="1"/>
                    </a:moveTo>
                    <a:cubicBezTo>
                      <a:pt x="5616" y="1884"/>
                      <a:pt x="2034" y="5248"/>
                      <a:pt x="1" y="9542"/>
                    </a:cubicBezTo>
                    <a:cubicBezTo>
                      <a:pt x="2980" y="11701"/>
                      <a:pt x="6562" y="13007"/>
                      <a:pt x="10228" y="13266"/>
                    </a:cubicBezTo>
                    <a:cubicBezTo>
                      <a:pt x="10228" y="13266"/>
                      <a:pt x="10789" y="10772"/>
                      <a:pt x="10705" y="8035"/>
                    </a:cubicBezTo>
                    <a:cubicBezTo>
                      <a:pt x="10621" y="5299"/>
                      <a:pt x="9826" y="1"/>
                      <a:pt x="98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32"/>
              <p:cNvSpPr/>
              <p:nvPr/>
            </p:nvSpPr>
            <p:spPr>
              <a:xfrm>
                <a:off x="7636350" y="856400"/>
                <a:ext cx="502375" cy="425300"/>
              </a:xfrm>
              <a:custGeom>
                <a:rect b="b" l="l" r="r" t="t"/>
                <a:pathLst>
                  <a:path extrusionOk="0" h="17012" w="20095">
                    <a:moveTo>
                      <a:pt x="4142" y="1"/>
                    </a:moveTo>
                    <a:cubicBezTo>
                      <a:pt x="2753" y="1"/>
                      <a:pt x="1364" y="129"/>
                      <a:pt x="0" y="390"/>
                    </a:cubicBezTo>
                    <a:cubicBezTo>
                      <a:pt x="0" y="1796"/>
                      <a:pt x="84" y="3077"/>
                      <a:pt x="59" y="4357"/>
                    </a:cubicBezTo>
                    <a:cubicBezTo>
                      <a:pt x="802" y="4247"/>
                      <a:pt x="1553" y="4193"/>
                      <a:pt x="2304" y="4193"/>
                    </a:cubicBezTo>
                    <a:cubicBezTo>
                      <a:pt x="4810" y="4193"/>
                      <a:pt x="7314" y="4804"/>
                      <a:pt x="9491" y="6015"/>
                    </a:cubicBezTo>
                    <a:cubicBezTo>
                      <a:pt x="10311" y="6466"/>
                      <a:pt x="11182" y="7220"/>
                      <a:pt x="11023" y="8140"/>
                    </a:cubicBezTo>
                    <a:cubicBezTo>
                      <a:pt x="10981" y="8358"/>
                      <a:pt x="10889" y="8550"/>
                      <a:pt x="10755" y="8718"/>
                    </a:cubicBezTo>
                    <a:cubicBezTo>
                      <a:pt x="10755" y="8718"/>
                      <a:pt x="10311" y="11321"/>
                      <a:pt x="10504" y="13145"/>
                    </a:cubicBezTo>
                    <a:cubicBezTo>
                      <a:pt x="10705" y="14978"/>
                      <a:pt x="11625" y="17012"/>
                      <a:pt x="11625" y="17012"/>
                    </a:cubicBezTo>
                    <a:cubicBezTo>
                      <a:pt x="12077" y="16869"/>
                      <a:pt x="12521" y="16727"/>
                      <a:pt x="12964" y="16577"/>
                    </a:cubicBezTo>
                    <a:cubicBezTo>
                      <a:pt x="14647" y="16007"/>
                      <a:pt x="16320" y="15296"/>
                      <a:pt x="17668" y="14133"/>
                    </a:cubicBezTo>
                    <a:cubicBezTo>
                      <a:pt x="19024" y="12978"/>
                      <a:pt x="20028" y="11321"/>
                      <a:pt x="20061" y="9538"/>
                    </a:cubicBezTo>
                    <a:cubicBezTo>
                      <a:pt x="20095" y="8057"/>
                      <a:pt x="19451" y="6617"/>
                      <a:pt x="18505" y="5479"/>
                    </a:cubicBezTo>
                    <a:cubicBezTo>
                      <a:pt x="17551" y="4341"/>
                      <a:pt x="16304" y="3487"/>
                      <a:pt x="15006" y="2767"/>
                    </a:cubicBezTo>
                    <a:cubicBezTo>
                      <a:pt x="11696" y="950"/>
                      <a:pt x="7917" y="1"/>
                      <a:pt x="414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32"/>
              <p:cNvSpPr/>
              <p:nvPr/>
            </p:nvSpPr>
            <p:spPr>
              <a:xfrm>
                <a:off x="8094575" y="1075850"/>
                <a:ext cx="21775" cy="44650"/>
              </a:xfrm>
              <a:custGeom>
                <a:rect b="b" l="l" r="r" t="t"/>
                <a:pathLst>
                  <a:path extrusionOk="0" h="1786" w="871">
                    <a:moveTo>
                      <a:pt x="428" y="0"/>
                    </a:moveTo>
                    <a:cubicBezTo>
                      <a:pt x="397" y="0"/>
                      <a:pt x="366" y="13"/>
                      <a:pt x="343" y="40"/>
                    </a:cubicBezTo>
                    <a:cubicBezTo>
                      <a:pt x="301" y="90"/>
                      <a:pt x="310" y="166"/>
                      <a:pt x="360" y="208"/>
                    </a:cubicBezTo>
                    <a:cubicBezTo>
                      <a:pt x="536" y="350"/>
                      <a:pt x="644" y="584"/>
                      <a:pt x="644" y="819"/>
                    </a:cubicBezTo>
                    <a:cubicBezTo>
                      <a:pt x="644" y="869"/>
                      <a:pt x="636" y="911"/>
                      <a:pt x="628" y="961"/>
                    </a:cubicBezTo>
                    <a:cubicBezTo>
                      <a:pt x="578" y="1237"/>
                      <a:pt x="360" y="1480"/>
                      <a:pt x="92" y="1563"/>
                    </a:cubicBezTo>
                    <a:cubicBezTo>
                      <a:pt x="34" y="1580"/>
                      <a:pt x="0" y="1647"/>
                      <a:pt x="17" y="1706"/>
                    </a:cubicBezTo>
                    <a:cubicBezTo>
                      <a:pt x="38" y="1754"/>
                      <a:pt x="81" y="1785"/>
                      <a:pt x="133" y="1785"/>
                    </a:cubicBezTo>
                    <a:cubicBezTo>
                      <a:pt x="144" y="1785"/>
                      <a:pt x="156" y="1784"/>
                      <a:pt x="167" y="1781"/>
                    </a:cubicBezTo>
                    <a:cubicBezTo>
                      <a:pt x="511" y="1664"/>
                      <a:pt x="787" y="1363"/>
                      <a:pt x="854" y="1003"/>
                    </a:cubicBezTo>
                    <a:cubicBezTo>
                      <a:pt x="870" y="944"/>
                      <a:pt x="870" y="886"/>
                      <a:pt x="870" y="819"/>
                    </a:cubicBezTo>
                    <a:cubicBezTo>
                      <a:pt x="870" y="517"/>
                      <a:pt x="737" y="224"/>
                      <a:pt x="502" y="23"/>
                    </a:cubicBezTo>
                    <a:cubicBezTo>
                      <a:pt x="480" y="8"/>
                      <a:pt x="454" y="0"/>
                      <a:pt x="428" y="0"/>
                    </a:cubicBezTo>
                    <a:close/>
                  </a:path>
                </a:pathLst>
              </a:custGeom>
              <a:solidFill>
                <a:srgbClr val="282359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" name="Google Shape;330;p32"/>
              <p:cNvSpPr/>
              <p:nvPr/>
            </p:nvSpPr>
            <p:spPr>
              <a:xfrm>
                <a:off x="7336725" y="1073700"/>
                <a:ext cx="647175" cy="758000"/>
              </a:xfrm>
              <a:custGeom>
                <a:rect b="b" l="l" r="r" t="t"/>
                <a:pathLst>
                  <a:path extrusionOk="0" h="30320" w="25887">
                    <a:moveTo>
                      <a:pt x="22740" y="1"/>
                    </a:moveTo>
                    <a:lnTo>
                      <a:pt x="22740" y="26"/>
                    </a:lnTo>
                    <a:cubicBezTo>
                      <a:pt x="22355" y="528"/>
                      <a:pt x="21618" y="804"/>
                      <a:pt x="20966" y="963"/>
                    </a:cubicBezTo>
                    <a:cubicBezTo>
                      <a:pt x="17877" y="1733"/>
                      <a:pt x="14689" y="1959"/>
                      <a:pt x="11492" y="2051"/>
                    </a:cubicBezTo>
                    <a:lnTo>
                      <a:pt x="8830" y="3767"/>
                    </a:lnTo>
                    <a:lnTo>
                      <a:pt x="5123" y="2545"/>
                    </a:lnTo>
                    <a:cubicBezTo>
                      <a:pt x="3867" y="2830"/>
                      <a:pt x="2645" y="3240"/>
                      <a:pt x="1465" y="3767"/>
                    </a:cubicBezTo>
                    <a:lnTo>
                      <a:pt x="988" y="10496"/>
                    </a:lnTo>
                    <a:cubicBezTo>
                      <a:pt x="662" y="16856"/>
                      <a:pt x="327" y="23225"/>
                      <a:pt x="1" y="29586"/>
                    </a:cubicBezTo>
                    <a:cubicBezTo>
                      <a:pt x="2421" y="30115"/>
                      <a:pt x="4900" y="30320"/>
                      <a:pt x="7388" y="30320"/>
                    </a:cubicBezTo>
                    <a:cubicBezTo>
                      <a:pt x="9114" y="30320"/>
                      <a:pt x="10845" y="30221"/>
                      <a:pt x="12563" y="30063"/>
                    </a:cubicBezTo>
                    <a:cubicBezTo>
                      <a:pt x="15542" y="29787"/>
                      <a:pt x="18572" y="29302"/>
                      <a:pt x="21342" y="28205"/>
                    </a:cubicBezTo>
                    <a:cubicBezTo>
                      <a:pt x="21384" y="22489"/>
                      <a:pt x="20840" y="16898"/>
                      <a:pt x="19986" y="11349"/>
                    </a:cubicBezTo>
                    <a:cubicBezTo>
                      <a:pt x="22012" y="11324"/>
                      <a:pt x="23819" y="11249"/>
                      <a:pt x="25611" y="11048"/>
                    </a:cubicBezTo>
                    <a:cubicBezTo>
                      <a:pt x="25887" y="7048"/>
                      <a:pt x="24774" y="3240"/>
                      <a:pt x="2274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32"/>
              <p:cNvSpPr/>
              <p:nvPr/>
            </p:nvSpPr>
            <p:spPr>
              <a:xfrm>
                <a:off x="7833450" y="1346925"/>
                <a:ext cx="146700" cy="434850"/>
              </a:xfrm>
              <a:custGeom>
                <a:rect b="b" l="l" r="r" t="t"/>
                <a:pathLst>
                  <a:path extrusionOk="0" h="17394" w="5868">
                    <a:moveTo>
                      <a:pt x="5748" y="1"/>
                    </a:moveTo>
                    <a:cubicBezTo>
                      <a:pt x="5743" y="1"/>
                      <a:pt x="5738" y="1"/>
                      <a:pt x="5733" y="2"/>
                    </a:cubicBezTo>
                    <a:cubicBezTo>
                      <a:pt x="3942" y="203"/>
                      <a:pt x="2143" y="278"/>
                      <a:pt x="117" y="312"/>
                    </a:cubicBezTo>
                    <a:cubicBezTo>
                      <a:pt x="84" y="312"/>
                      <a:pt x="50" y="320"/>
                      <a:pt x="34" y="345"/>
                    </a:cubicBezTo>
                    <a:cubicBezTo>
                      <a:pt x="9" y="379"/>
                      <a:pt x="0" y="404"/>
                      <a:pt x="0" y="437"/>
                    </a:cubicBezTo>
                    <a:cubicBezTo>
                      <a:pt x="837" y="5802"/>
                      <a:pt x="1364" y="11208"/>
                      <a:pt x="1364" y="16741"/>
                    </a:cubicBezTo>
                    <a:cubicBezTo>
                      <a:pt x="1364" y="16916"/>
                      <a:pt x="1364" y="17100"/>
                      <a:pt x="1364" y="17276"/>
                    </a:cubicBezTo>
                    <a:cubicBezTo>
                      <a:pt x="1364" y="17343"/>
                      <a:pt x="1415" y="17393"/>
                      <a:pt x="1473" y="17393"/>
                    </a:cubicBezTo>
                    <a:cubicBezTo>
                      <a:pt x="1540" y="17393"/>
                      <a:pt x="1590" y="17343"/>
                      <a:pt x="1590" y="17276"/>
                    </a:cubicBezTo>
                    <a:cubicBezTo>
                      <a:pt x="1590" y="17100"/>
                      <a:pt x="1590" y="16916"/>
                      <a:pt x="1590" y="16741"/>
                    </a:cubicBezTo>
                    <a:cubicBezTo>
                      <a:pt x="1590" y="11245"/>
                      <a:pt x="1072" y="5865"/>
                      <a:pt x="255" y="535"/>
                    </a:cubicBezTo>
                    <a:lnTo>
                      <a:pt x="255" y="535"/>
                    </a:lnTo>
                    <a:cubicBezTo>
                      <a:pt x="2233" y="501"/>
                      <a:pt x="3999" y="432"/>
                      <a:pt x="5758" y="228"/>
                    </a:cubicBezTo>
                    <a:cubicBezTo>
                      <a:pt x="5817" y="220"/>
                      <a:pt x="5867" y="161"/>
                      <a:pt x="5859" y="102"/>
                    </a:cubicBezTo>
                    <a:cubicBezTo>
                      <a:pt x="5851" y="41"/>
                      <a:pt x="5801" y="1"/>
                      <a:pt x="574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32"/>
              <p:cNvSpPr/>
              <p:nvPr/>
            </p:nvSpPr>
            <p:spPr>
              <a:xfrm>
                <a:off x="7333800" y="1333150"/>
                <a:ext cx="30575" cy="483150"/>
              </a:xfrm>
              <a:custGeom>
                <a:rect b="b" l="l" r="r" t="t"/>
                <a:pathLst>
                  <a:path extrusionOk="0" h="19326" w="1223">
                    <a:moveTo>
                      <a:pt x="1113" y="1"/>
                    </a:moveTo>
                    <a:cubicBezTo>
                      <a:pt x="1047" y="1"/>
                      <a:pt x="996" y="42"/>
                      <a:pt x="988" y="109"/>
                    </a:cubicBezTo>
                    <a:cubicBezTo>
                      <a:pt x="662" y="6478"/>
                      <a:pt x="335" y="12839"/>
                      <a:pt x="9" y="19200"/>
                    </a:cubicBezTo>
                    <a:cubicBezTo>
                      <a:pt x="0" y="19267"/>
                      <a:pt x="51" y="19317"/>
                      <a:pt x="118" y="19325"/>
                    </a:cubicBezTo>
                    <a:cubicBezTo>
                      <a:pt x="176" y="19325"/>
                      <a:pt x="235" y="19275"/>
                      <a:pt x="235" y="19216"/>
                    </a:cubicBezTo>
                    <a:cubicBezTo>
                      <a:pt x="561" y="12847"/>
                      <a:pt x="888" y="6487"/>
                      <a:pt x="1214" y="118"/>
                    </a:cubicBezTo>
                    <a:cubicBezTo>
                      <a:pt x="1222" y="59"/>
                      <a:pt x="1172" y="1"/>
                      <a:pt x="11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32"/>
              <p:cNvSpPr/>
              <p:nvPr/>
            </p:nvSpPr>
            <p:spPr>
              <a:xfrm>
                <a:off x="7464775" y="1124975"/>
                <a:ext cx="159250" cy="88800"/>
              </a:xfrm>
              <a:custGeom>
                <a:rect b="b" l="l" r="r" t="t"/>
                <a:pathLst>
                  <a:path extrusionOk="0" h="3552" w="6370">
                    <a:moveTo>
                      <a:pt x="6370" y="0"/>
                    </a:moveTo>
                    <a:lnTo>
                      <a:pt x="6370" y="0"/>
                    </a:lnTo>
                    <a:cubicBezTo>
                      <a:pt x="5349" y="25"/>
                      <a:pt x="4327" y="42"/>
                      <a:pt x="3315" y="50"/>
                    </a:cubicBezTo>
                    <a:cubicBezTo>
                      <a:pt x="2202" y="92"/>
                      <a:pt x="1089" y="251"/>
                      <a:pt x="1" y="494"/>
                    </a:cubicBezTo>
                    <a:cubicBezTo>
                      <a:pt x="319" y="1373"/>
                      <a:pt x="779" y="2210"/>
                      <a:pt x="1499" y="2804"/>
                    </a:cubicBezTo>
                    <a:cubicBezTo>
                      <a:pt x="2050" y="3264"/>
                      <a:pt x="2776" y="3551"/>
                      <a:pt x="3486" y="3551"/>
                    </a:cubicBezTo>
                    <a:cubicBezTo>
                      <a:pt x="3821" y="3551"/>
                      <a:pt x="4153" y="3487"/>
                      <a:pt x="4461" y="3348"/>
                    </a:cubicBezTo>
                    <a:cubicBezTo>
                      <a:pt x="5164" y="3021"/>
                      <a:pt x="5667" y="2360"/>
                      <a:pt x="5959" y="1649"/>
                    </a:cubicBezTo>
                    <a:cubicBezTo>
                      <a:pt x="6177" y="1122"/>
                      <a:pt x="6286" y="561"/>
                      <a:pt x="63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32"/>
              <p:cNvSpPr/>
              <p:nvPr/>
            </p:nvSpPr>
            <p:spPr>
              <a:xfrm>
                <a:off x="7324375" y="673150"/>
                <a:ext cx="423725" cy="335375"/>
              </a:xfrm>
              <a:custGeom>
                <a:rect b="b" l="l" r="r" t="t"/>
                <a:pathLst>
                  <a:path extrusionOk="0" h="13415" w="16949">
                    <a:moveTo>
                      <a:pt x="8863" y="1"/>
                    </a:moveTo>
                    <a:cubicBezTo>
                      <a:pt x="8585" y="1"/>
                      <a:pt x="8318" y="29"/>
                      <a:pt x="8069" y="88"/>
                    </a:cubicBezTo>
                    <a:cubicBezTo>
                      <a:pt x="6621" y="431"/>
                      <a:pt x="5750" y="1720"/>
                      <a:pt x="4579" y="2640"/>
                    </a:cubicBezTo>
                    <a:cubicBezTo>
                      <a:pt x="4449" y="2459"/>
                      <a:pt x="4205" y="2379"/>
                      <a:pt x="3948" y="2379"/>
                    </a:cubicBezTo>
                    <a:cubicBezTo>
                      <a:pt x="3624" y="2379"/>
                      <a:pt x="3281" y="2506"/>
                      <a:pt x="3123" y="2716"/>
                    </a:cubicBezTo>
                    <a:cubicBezTo>
                      <a:pt x="2830" y="3101"/>
                      <a:pt x="2788" y="3695"/>
                      <a:pt x="2972" y="4138"/>
                    </a:cubicBezTo>
                    <a:cubicBezTo>
                      <a:pt x="1792" y="4314"/>
                      <a:pt x="762" y="5184"/>
                      <a:pt x="377" y="6306"/>
                    </a:cubicBezTo>
                    <a:cubicBezTo>
                      <a:pt x="1" y="7427"/>
                      <a:pt x="302" y="8741"/>
                      <a:pt x="1122" y="9595"/>
                    </a:cubicBezTo>
                    <a:lnTo>
                      <a:pt x="1708" y="11311"/>
                    </a:lnTo>
                    <a:cubicBezTo>
                      <a:pt x="2068" y="12014"/>
                      <a:pt x="2712" y="12549"/>
                      <a:pt x="3432" y="12884"/>
                    </a:cubicBezTo>
                    <a:cubicBezTo>
                      <a:pt x="4160" y="13211"/>
                      <a:pt x="4955" y="13345"/>
                      <a:pt x="5742" y="13395"/>
                    </a:cubicBezTo>
                    <a:cubicBezTo>
                      <a:pt x="5960" y="13408"/>
                      <a:pt x="6178" y="13415"/>
                      <a:pt x="6396" y="13415"/>
                    </a:cubicBezTo>
                    <a:cubicBezTo>
                      <a:pt x="9018" y="13415"/>
                      <a:pt x="11632" y="12449"/>
                      <a:pt x="13618" y="10733"/>
                    </a:cubicBezTo>
                    <a:cubicBezTo>
                      <a:pt x="14404" y="10616"/>
                      <a:pt x="14814" y="10298"/>
                      <a:pt x="14982" y="9871"/>
                    </a:cubicBezTo>
                    <a:cubicBezTo>
                      <a:pt x="15141" y="9444"/>
                      <a:pt x="15065" y="8934"/>
                      <a:pt x="14773" y="8582"/>
                    </a:cubicBezTo>
                    <a:cubicBezTo>
                      <a:pt x="15158" y="8390"/>
                      <a:pt x="15450" y="8030"/>
                      <a:pt x="15559" y="7620"/>
                    </a:cubicBezTo>
                    <a:cubicBezTo>
                      <a:pt x="15668" y="7210"/>
                      <a:pt x="15593" y="6750"/>
                      <a:pt x="15358" y="6398"/>
                    </a:cubicBezTo>
                    <a:cubicBezTo>
                      <a:pt x="16405" y="5511"/>
                      <a:pt x="16949" y="3527"/>
                      <a:pt x="16363" y="2498"/>
                    </a:cubicBezTo>
                    <a:cubicBezTo>
                      <a:pt x="15954" y="1776"/>
                      <a:pt x="14984" y="1422"/>
                      <a:pt x="14061" y="1422"/>
                    </a:cubicBezTo>
                    <a:cubicBezTo>
                      <a:pt x="13679" y="1422"/>
                      <a:pt x="13305" y="1482"/>
                      <a:pt x="12981" y="1602"/>
                    </a:cubicBezTo>
                    <a:cubicBezTo>
                      <a:pt x="11809" y="652"/>
                      <a:pt x="10206" y="1"/>
                      <a:pt x="886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32"/>
              <p:cNvSpPr/>
              <p:nvPr/>
            </p:nvSpPr>
            <p:spPr>
              <a:xfrm>
                <a:off x="7275425" y="889750"/>
                <a:ext cx="133725" cy="129075"/>
              </a:xfrm>
              <a:custGeom>
                <a:rect b="b" l="l" r="r" t="t"/>
                <a:pathLst>
                  <a:path extrusionOk="0" h="5163" w="5349">
                    <a:moveTo>
                      <a:pt x="2618" y="0"/>
                    </a:moveTo>
                    <a:cubicBezTo>
                      <a:pt x="2294" y="0"/>
                      <a:pt x="1971" y="63"/>
                      <a:pt x="1674" y="195"/>
                    </a:cubicBezTo>
                    <a:cubicBezTo>
                      <a:pt x="628" y="655"/>
                      <a:pt x="0" y="1877"/>
                      <a:pt x="210" y="2998"/>
                    </a:cubicBezTo>
                    <a:cubicBezTo>
                      <a:pt x="410" y="4120"/>
                      <a:pt x="1423" y="5032"/>
                      <a:pt x="2561" y="5149"/>
                    </a:cubicBezTo>
                    <a:cubicBezTo>
                      <a:pt x="2647" y="5158"/>
                      <a:pt x="2733" y="5162"/>
                      <a:pt x="2819" y="5162"/>
                    </a:cubicBezTo>
                    <a:cubicBezTo>
                      <a:pt x="3864" y="5162"/>
                      <a:pt x="4892" y="4519"/>
                      <a:pt x="5348" y="3567"/>
                    </a:cubicBezTo>
                    <a:lnTo>
                      <a:pt x="4696" y="1065"/>
                    </a:lnTo>
                    <a:cubicBezTo>
                      <a:pt x="4247" y="390"/>
                      <a:pt x="3428" y="0"/>
                      <a:pt x="26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32"/>
              <p:cNvSpPr/>
              <p:nvPr/>
            </p:nvSpPr>
            <p:spPr>
              <a:xfrm>
                <a:off x="7310375" y="921800"/>
                <a:ext cx="57125" cy="37175"/>
              </a:xfrm>
              <a:custGeom>
                <a:rect b="b" l="l" r="r" t="t"/>
                <a:pathLst>
                  <a:path extrusionOk="0" h="1487" w="2285">
                    <a:moveTo>
                      <a:pt x="1799" y="1"/>
                    </a:moveTo>
                    <a:cubicBezTo>
                      <a:pt x="1465" y="1"/>
                      <a:pt x="1130" y="93"/>
                      <a:pt x="845" y="260"/>
                    </a:cubicBezTo>
                    <a:cubicBezTo>
                      <a:pt x="444" y="503"/>
                      <a:pt x="142" y="896"/>
                      <a:pt x="17" y="1348"/>
                    </a:cubicBezTo>
                    <a:cubicBezTo>
                      <a:pt x="0" y="1407"/>
                      <a:pt x="42" y="1465"/>
                      <a:pt x="100" y="1482"/>
                    </a:cubicBezTo>
                    <a:cubicBezTo>
                      <a:pt x="111" y="1485"/>
                      <a:pt x="121" y="1486"/>
                      <a:pt x="132" y="1486"/>
                    </a:cubicBezTo>
                    <a:cubicBezTo>
                      <a:pt x="181" y="1486"/>
                      <a:pt x="229" y="1455"/>
                      <a:pt x="243" y="1407"/>
                    </a:cubicBezTo>
                    <a:cubicBezTo>
                      <a:pt x="352" y="1013"/>
                      <a:pt x="611" y="670"/>
                      <a:pt x="962" y="461"/>
                    </a:cubicBezTo>
                    <a:cubicBezTo>
                      <a:pt x="1214" y="310"/>
                      <a:pt x="1506" y="227"/>
                      <a:pt x="1799" y="227"/>
                    </a:cubicBezTo>
                    <a:cubicBezTo>
                      <a:pt x="1908" y="227"/>
                      <a:pt x="2025" y="243"/>
                      <a:pt x="2134" y="260"/>
                    </a:cubicBezTo>
                    <a:cubicBezTo>
                      <a:pt x="2143" y="263"/>
                      <a:pt x="2152" y="264"/>
                      <a:pt x="2161" y="264"/>
                    </a:cubicBezTo>
                    <a:cubicBezTo>
                      <a:pt x="2212" y="264"/>
                      <a:pt x="2261" y="226"/>
                      <a:pt x="2268" y="176"/>
                    </a:cubicBezTo>
                    <a:cubicBezTo>
                      <a:pt x="2285" y="118"/>
                      <a:pt x="2243" y="51"/>
                      <a:pt x="2184" y="42"/>
                    </a:cubicBezTo>
                    <a:cubicBezTo>
                      <a:pt x="2059" y="9"/>
                      <a:pt x="1925" y="1"/>
                      <a:pt x="17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" name="Google Shape;337;p32"/>
              <p:cNvSpPr/>
              <p:nvPr/>
            </p:nvSpPr>
            <p:spPr>
              <a:xfrm>
                <a:off x="7331275" y="927225"/>
                <a:ext cx="26825" cy="45400"/>
              </a:xfrm>
              <a:custGeom>
                <a:rect b="b" l="l" r="r" t="t"/>
                <a:pathLst>
                  <a:path extrusionOk="0" h="1816" w="1073">
                    <a:moveTo>
                      <a:pt x="124" y="0"/>
                    </a:moveTo>
                    <a:cubicBezTo>
                      <a:pt x="120" y="0"/>
                      <a:pt x="115" y="1"/>
                      <a:pt x="110" y="1"/>
                    </a:cubicBezTo>
                    <a:cubicBezTo>
                      <a:pt x="51" y="10"/>
                      <a:pt x="1" y="60"/>
                      <a:pt x="9" y="127"/>
                    </a:cubicBezTo>
                    <a:cubicBezTo>
                      <a:pt x="68" y="763"/>
                      <a:pt x="378" y="1374"/>
                      <a:pt x="871" y="1792"/>
                    </a:cubicBezTo>
                    <a:cubicBezTo>
                      <a:pt x="894" y="1807"/>
                      <a:pt x="922" y="1816"/>
                      <a:pt x="949" y="1816"/>
                    </a:cubicBezTo>
                    <a:cubicBezTo>
                      <a:pt x="983" y="1816"/>
                      <a:pt x="1016" y="1803"/>
                      <a:pt x="1039" y="1775"/>
                    </a:cubicBezTo>
                    <a:cubicBezTo>
                      <a:pt x="1072" y="1725"/>
                      <a:pt x="1072" y="1650"/>
                      <a:pt x="1022" y="1608"/>
                    </a:cubicBezTo>
                    <a:cubicBezTo>
                      <a:pt x="570" y="1240"/>
                      <a:pt x="286" y="679"/>
                      <a:pt x="235" y="102"/>
                    </a:cubicBezTo>
                    <a:cubicBezTo>
                      <a:pt x="228" y="47"/>
                      <a:pt x="184" y="0"/>
                      <a:pt x="12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p32"/>
              <p:cNvSpPr/>
              <p:nvPr/>
            </p:nvSpPr>
            <p:spPr>
              <a:xfrm>
                <a:off x="7675050" y="865275"/>
                <a:ext cx="124100" cy="130000"/>
              </a:xfrm>
              <a:custGeom>
                <a:rect b="b" l="l" r="r" t="t"/>
                <a:pathLst>
                  <a:path extrusionOk="0" h="5200" w="4964">
                    <a:moveTo>
                      <a:pt x="2492" y="1"/>
                    </a:moveTo>
                    <a:cubicBezTo>
                      <a:pt x="1537" y="1"/>
                      <a:pt x="576" y="574"/>
                      <a:pt x="202" y="1458"/>
                    </a:cubicBezTo>
                    <a:lnTo>
                      <a:pt x="1" y="4036"/>
                    </a:lnTo>
                    <a:cubicBezTo>
                      <a:pt x="527" y="4760"/>
                      <a:pt x="1421" y="5199"/>
                      <a:pt x="2312" y="5199"/>
                    </a:cubicBezTo>
                    <a:cubicBezTo>
                      <a:pt x="2554" y="5199"/>
                      <a:pt x="2796" y="5167"/>
                      <a:pt x="3030" y="5099"/>
                    </a:cubicBezTo>
                    <a:cubicBezTo>
                      <a:pt x="4118" y="4781"/>
                      <a:pt x="4955" y="3701"/>
                      <a:pt x="4964" y="2563"/>
                    </a:cubicBezTo>
                    <a:cubicBezTo>
                      <a:pt x="4964" y="1425"/>
                      <a:pt x="4127" y="328"/>
                      <a:pt x="3014" y="60"/>
                    </a:cubicBezTo>
                    <a:cubicBezTo>
                      <a:pt x="2842" y="20"/>
                      <a:pt x="2667" y="1"/>
                      <a:pt x="249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32"/>
              <p:cNvSpPr/>
              <p:nvPr/>
            </p:nvSpPr>
            <p:spPr>
              <a:xfrm>
                <a:off x="7706450" y="899625"/>
                <a:ext cx="61725" cy="30025"/>
              </a:xfrm>
              <a:custGeom>
                <a:rect b="b" l="l" r="r" t="t"/>
                <a:pathLst>
                  <a:path extrusionOk="0" h="1201" w="2469">
                    <a:moveTo>
                      <a:pt x="787" y="0"/>
                    </a:moveTo>
                    <a:cubicBezTo>
                      <a:pt x="544" y="0"/>
                      <a:pt x="310" y="42"/>
                      <a:pt x="84" y="134"/>
                    </a:cubicBezTo>
                    <a:cubicBezTo>
                      <a:pt x="25" y="159"/>
                      <a:pt x="0" y="226"/>
                      <a:pt x="25" y="285"/>
                    </a:cubicBezTo>
                    <a:cubicBezTo>
                      <a:pt x="45" y="330"/>
                      <a:pt x="89" y="360"/>
                      <a:pt x="135" y="360"/>
                    </a:cubicBezTo>
                    <a:cubicBezTo>
                      <a:pt x="148" y="360"/>
                      <a:pt x="162" y="358"/>
                      <a:pt x="176" y="352"/>
                    </a:cubicBezTo>
                    <a:cubicBezTo>
                      <a:pt x="368" y="268"/>
                      <a:pt x="578" y="226"/>
                      <a:pt x="787" y="226"/>
                    </a:cubicBezTo>
                    <a:cubicBezTo>
                      <a:pt x="988" y="226"/>
                      <a:pt x="1180" y="260"/>
                      <a:pt x="1364" y="335"/>
                    </a:cubicBezTo>
                    <a:cubicBezTo>
                      <a:pt x="1741" y="478"/>
                      <a:pt x="2059" y="770"/>
                      <a:pt x="2235" y="1139"/>
                    </a:cubicBezTo>
                    <a:cubicBezTo>
                      <a:pt x="2258" y="1180"/>
                      <a:pt x="2298" y="1200"/>
                      <a:pt x="2340" y="1200"/>
                    </a:cubicBezTo>
                    <a:cubicBezTo>
                      <a:pt x="2358" y="1200"/>
                      <a:pt x="2376" y="1196"/>
                      <a:pt x="2394" y="1189"/>
                    </a:cubicBezTo>
                    <a:cubicBezTo>
                      <a:pt x="2452" y="1164"/>
                      <a:pt x="2469" y="1097"/>
                      <a:pt x="2444" y="1038"/>
                    </a:cubicBezTo>
                    <a:cubicBezTo>
                      <a:pt x="2243" y="620"/>
                      <a:pt x="1875" y="285"/>
                      <a:pt x="1440" y="118"/>
                    </a:cubicBezTo>
                    <a:cubicBezTo>
                      <a:pt x="1230" y="42"/>
                      <a:pt x="1013" y="0"/>
                      <a:pt x="7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32"/>
              <p:cNvSpPr/>
              <p:nvPr/>
            </p:nvSpPr>
            <p:spPr>
              <a:xfrm>
                <a:off x="7723600" y="901900"/>
                <a:ext cx="19475" cy="48425"/>
              </a:xfrm>
              <a:custGeom>
                <a:rect b="b" l="l" r="r" t="t"/>
                <a:pathLst>
                  <a:path extrusionOk="0" h="1937" w="779">
                    <a:moveTo>
                      <a:pt x="659" y="1"/>
                    </a:moveTo>
                    <a:cubicBezTo>
                      <a:pt x="654" y="1"/>
                      <a:pt x="650" y="1"/>
                      <a:pt x="645" y="2"/>
                    </a:cubicBezTo>
                    <a:cubicBezTo>
                      <a:pt x="586" y="10"/>
                      <a:pt x="536" y="60"/>
                      <a:pt x="544" y="127"/>
                    </a:cubicBezTo>
                    <a:cubicBezTo>
                      <a:pt x="553" y="194"/>
                      <a:pt x="553" y="253"/>
                      <a:pt x="553" y="320"/>
                    </a:cubicBezTo>
                    <a:cubicBezTo>
                      <a:pt x="553" y="838"/>
                      <a:pt x="369" y="1357"/>
                      <a:pt x="42" y="1751"/>
                    </a:cubicBezTo>
                    <a:cubicBezTo>
                      <a:pt x="0" y="1801"/>
                      <a:pt x="0" y="1868"/>
                      <a:pt x="51" y="1910"/>
                    </a:cubicBezTo>
                    <a:cubicBezTo>
                      <a:pt x="72" y="1928"/>
                      <a:pt x="99" y="1937"/>
                      <a:pt x="124" y="1937"/>
                    </a:cubicBezTo>
                    <a:cubicBezTo>
                      <a:pt x="158" y="1937"/>
                      <a:pt x="191" y="1921"/>
                      <a:pt x="210" y="1893"/>
                    </a:cubicBezTo>
                    <a:cubicBezTo>
                      <a:pt x="586" y="1458"/>
                      <a:pt x="779" y="889"/>
                      <a:pt x="779" y="320"/>
                    </a:cubicBezTo>
                    <a:cubicBezTo>
                      <a:pt x="779" y="244"/>
                      <a:pt x="779" y="177"/>
                      <a:pt x="770" y="110"/>
                    </a:cubicBezTo>
                    <a:cubicBezTo>
                      <a:pt x="763" y="48"/>
                      <a:pt x="719" y="1"/>
                      <a:pt x="6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32"/>
              <p:cNvSpPr/>
              <p:nvPr/>
            </p:nvSpPr>
            <p:spPr>
              <a:xfrm>
                <a:off x="7379625" y="770325"/>
                <a:ext cx="310100" cy="303425"/>
              </a:xfrm>
              <a:custGeom>
                <a:rect b="b" l="l" r="r" t="t"/>
                <a:pathLst>
                  <a:path extrusionOk="0" h="12137" w="12404">
                    <a:moveTo>
                      <a:pt x="5658" y="0"/>
                    </a:moveTo>
                    <a:cubicBezTo>
                      <a:pt x="5516" y="645"/>
                      <a:pt x="5239" y="1289"/>
                      <a:pt x="4779" y="1783"/>
                    </a:cubicBezTo>
                    <a:cubicBezTo>
                      <a:pt x="4327" y="2285"/>
                      <a:pt x="3683" y="2628"/>
                      <a:pt x="3005" y="2662"/>
                    </a:cubicBezTo>
                    <a:cubicBezTo>
                      <a:pt x="2970" y="2663"/>
                      <a:pt x="2936" y="2664"/>
                      <a:pt x="2901" y="2664"/>
                    </a:cubicBezTo>
                    <a:cubicBezTo>
                      <a:pt x="2264" y="2664"/>
                      <a:pt x="1612" y="2374"/>
                      <a:pt x="1239" y="1850"/>
                    </a:cubicBezTo>
                    <a:cubicBezTo>
                      <a:pt x="1239" y="3105"/>
                      <a:pt x="954" y="4461"/>
                      <a:pt x="377" y="5683"/>
                    </a:cubicBezTo>
                    <a:cubicBezTo>
                      <a:pt x="0" y="7415"/>
                      <a:pt x="620" y="9022"/>
                      <a:pt x="1708" y="10110"/>
                    </a:cubicBezTo>
                    <a:cubicBezTo>
                      <a:pt x="2787" y="11198"/>
                      <a:pt x="4285" y="11809"/>
                      <a:pt x="5809" y="12044"/>
                    </a:cubicBezTo>
                    <a:cubicBezTo>
                      <a:pt x="6204" y="12102"/>
                      <a:pt x="6608" y="12137"/>
                      <a:pt x="7012" y="12137"/>
                    </a:cubicBezTo>
                    <a:cubicBezTo>
                      <a:pt x="7813" y="12137"/>
                      <a:pt x="8611" y="12001"/>
                      <a:pt x="9324" y="11650"/>
                    </a:cubicBezTo>
                    <a:cubicBezTo>
                      <a:pt x="10395" y="11123"/>
                      <a:pt x="11198" y="10144"/>
                      <a:pt x="11684" y="9056"/>
                    </a:cubicBezTo>
                    <a:cubicBezTo>
                      <a:pt x="12161" y="7968"/>
                      <a:pt x="12345" y="6771"/>
                      <a:pt x="12404" y="5583"/>
                    </a:cubicBezTo>
                    <a:cubicBezTo>
                      <a:pt x="12119" y="5206"/>
                      <a:pt x="11943" y="5114"/>
                      <a:pt x="11818" y="4980"/>
                    </a:cubicBezTo>
                    <a:cubicBezTo>
                      <a:pt x="11700" y="4846"/>
                      <a:pt x="11625" y="4679"/>
                      <a:pt x="11567" y="4511"/>
                    </a:cubicBezTo>
                    <a:cubicBezTo>
                      <a:pt x="11282" y="3758"/>
                      <a:pt x="11173" y="2946"/>
                      <a:pt x="11240" y="2143"/>
                    </a:cubicBezTo>
                    <a:cubicBezTo>
                      <a:pt x="10537" y="2109"/>
                      <a:pt x="9926" y="2134"/>
                      <a:pt x="9391" y="1934"/>
                    </a:cubicBezTo>
                    <a:cubicBezTo>
                      <a:pt x="8863" y="1724"/>
                      <a:pt x="8436" y="1289"/>
                      <a:pt x="8227" y="762"/>
                    </a:cubicBezTo>
                    <a:cubicBezTo>
                      <a:pt x="7915" y="918"/>
                      <a:pt x="7546" y="1023"/>
                      <a:pt x="7180" y="1023"/>
                    </a:cubicBezTo>
                    <a:cubicBezTo>
                      <a:pt x="7037" y="1023"/>
                      <a:pt x="6893" y="1006"/>
                      <a:pt x="6754" y="971"/>
                    </a:cubicBezTo>
                    <a:cubicBezTo>
                      <a:pt x="6269" y="837"/>
                      <a:pt x="5850" y="469"/>
                      <a:pt x="56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32"/>
              <p:cNvSpPr/>
              <p:nvPr/>
            </p:nvSpPr>
            <p:spPr>
              <a:xfrm>
                <a:off x="7563950" y="885850"/>
                <a:ext cx="35600" cy="31800"/>
              </a:xfrm>
              <a:custGeom>
                <a:rect b="b" l="l" r="r" t="t"/>
                <a:pathLst>
                  <a:path extrusionOk="0" h="1272" w="1424">
                    <a:moveTo>
                      <a:pt x="137" y="1"/>
                    </a:moveTo>
                    <a:cubicBezTo>
                      <a:pt x="96" y="1"/>
                      <a:pt x="57" y="23"/>
                      <a:pt x="34" y="58"/>
                    </a:cubicBezTo>
                    <a:cubicBezTo>
                      <a:pt x="1" y="116"/>
                      <a:pt x="26" y="183"/>
                      <a:pt x="76" y="217"/>
                    </a:cubicBezTo>
                    <a:cubicBezTo>
                      <a:pt x="388" y="397"/>
                      <a:pt x="699" y="571"/>
                      <a:pt x="1030" y="778"/>
                    </a:cubicBezTo>
                    <a:lnTo>
                      <a:pt x="1030" y="778"/>
                    </a:lnTo>
                    <a:cubicBezTo>
                      <a:pt x="814" y="852"/>
                      <a:pt x="604" y="946"/>
                      <a:pt x="402" y="1062"/>
                    </a:cubicBezTo>
                    <a:cubicBezTo>
                      <a:pt x="352" y="1095"/>
                      <a:pt x="335" y="1162"/>
                      <a:pt x="360" y="1221"/>
                    </a:cubicBezTo>
                    <a:cubicBezTo>
                      <a:pt x="382" y="1253"/>
                      <a:pt x="421" y="1272"/>
                      <a:pt x="460" y="1272"/>
                    </a:cubicBezTo>
                    <a:cubicBezTo>
                      <a:pt x="481" y="1272"/>
                      <a:pt x="502" y="1266"/>
                      <a:pt x="519" y="1254"/>
                    </a:cubicBezTo>
                    <a:cubicBezTo>
                      <a:pt x="771" y="1112"/>
                      <a:pt x="1047" y="995"/>
                      <a:pt x="1331" y="928"/>
                    </a:cubicBezTo>
                    <a:cubicBezTo>
                      <a:pt x="1382" y="911"/>
                      <a:pt x="1407" y="878"/>
                      <a:pt x="1415" y="836"/>
                    </a:cubicBezTo>
                    <a:cubicBezTo>
                      <a:pt x="1423" y="786"/>
                      <a:pt x="1407" y="744"/>
                      <a:pt x="1365" y="719"/>
                    </a:cubicBezTo>
                    <a:cubicBezTo>
                      <a:pt x="946" y="451"/>
                      <a:pt x="570" y="233"/>
                      <a:pt x="193" y="16"/>
                    </a:cubicBezTo>
                    <a:cubicBezTo>
                      <a:pt x="175" y="5"/>
                      <a:pt x="155" y="1"/>
                      <a:pt x="1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32"/>
              <p:cNvSpPr/>
              <p:nvPr/>
            </p:nvSpPr>
            <p:spPr>
              <a:xfrm>
                <a:off x="7505575" y="951525"/>
                <a:ext cx="74725" cy="9950"/>
              </a:xfrm>
              <a:custGeom>
                <a:rect b="b" l="l" r="r" t="t"/>
                <a:pathLst>
                  <a:path extrusionOk="0" h="398" w="2989">
                    <a:moveTo>
                      <a:pt x="1381" y="0"/>
                    </a:moveTo>
                    <a:cubicBezTo>
                      <a:pt x="946" y="0"/>
                      <a:pt x="519" y="34"/>
                      <a:pt x="101" y="117"/>
                    </a:cubicBezTo>
                    <a:cubicBezTo>
                      <a:pt x="34" y="134"/>
                      <a:pt x="1" y="193"/>
                      <a:pt x="9" y="251"/>
                    </a:cubicBezTo>
                    <a:cubicBezTo>
                      <a:pt x="23" y="308"/>
                      <a:pt x="68" y="347"/>
                      <a:pt x="117" y="347"/>
                    </a:cubicBezTo>
                    <a:cubicBezTo>
                      <a:pt x="125" y="347"/>
                      <a:pt x="134" y="346"/>
                      <a:pt x="143" y="343"/>
                    </a:cubicBezTo>
                    <a:cubicBezTo>
                      <a:pt x="553" y="268"/>
                      <a:pt x="963" y="226"/>
                      <a:pt x="1381" y="226"/>
                    </a:cubicBezTo>
                    <a:cubicBezTo>
                      <a:pt x="1867" y="226"/>
                      <a:pt x="2361" y="285"/>
                      <a:pt x="2838" y="393"/>
                    </a:cubicBezTo>
                    <a:cubicBezTo>
                      <a:pt x="2847" y="396"/>
                      <a:pt x="2856" y="397"/>
                      <a:pt x="2865" y="397"/>
                    </a:cubicBezTo>
                    <a:cubicBezTo>
                      <a:pt x="2915" y="397"/>
                      <a:pt x="2965" y="359"/>
                      <a:pt x="2972" y="310"/>
                    </a:cubicBezTo>
                    <a:cubicBezTo>
                      <a:pt x="2988" y="243"/>
                      <a:pt x="2947" y="184"/>
                      <a:pt x="2888" y="167"/>
                    </a:cubicBezTo>
                    <a:cubicBezTo>
                      <a:pt x="2394" y="50"/>
                      <a:pt x="1884" y="0"/>
                      <a:pt x="138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32"/>
              <p:cNvSpPr/>
              <p:nvPr/>
            </p:nvSpPr>
            <p:spPr>
              <a:xfrm>
                <a:off x="7435475" y="857975"/>
                <a:ext cx="74300" cy="24700"/>
              </a:xfrm>
              <a:custGeom>
                <a:rect b="b" l="l" r="r" t="t"/>
                <a:pathLst>
                  <a:path extrusionOk="0" h="988" w="2972">
                    <a:moveTo>
                      <a:pt x="1591" y="1"/>
                    </a:moveTo>
                    <a:cubicBezTo>
                      <a:pt x="1532" y="1"/>
                      <a:pt x="1482" y="1"/>
                      <a:pt x="1424" y="9"/>
                    </a:cubicBezTo>
                    <a:cubicBezTo>
                      <a:pt x="871" y="60"/>
                      <a:pt x="361" y="361"/>
                      <a:pt x="43" y="804"/>
                    </a:cubicBezTo>
                    <a:cubicBezTo>
                      <a:pt x="1" y="855"/>
                      <a:pt x="18" y="930"/>
                      <a:pt x="68" y="963"/>
                    </a:cubicBezTo>
                    <a:cubicBezTo>
                      <a:pt x="87" y="980"/>
                      <a:pt x="111" y="987"/>
                      <a:pt x="134" y="987"/>
                    </a:cubicBezTo>
                    <a:cubicBezTo>
                      <a:pt x="170" y="987"/>
                      <a:pt x="206" y="969"/>
                      <a:pt x="227" y="938"/>
                    </a:cubicBezTo>
                    <a:cubicBezTo>
                      <a:pt x="503" y="545"/>
                      <a:pt x="963" y="277"/>
                      <a:pt x="1440" y="235"/>
                    </a:cubicBezTo>
                    <a:cubicBezTo>
                      <a:pt x="1491" y="235"/>
                      <a:pt x="1541" y="227"/>
                      <a:pt x="1591" y="227"/>
                    </a:cubicBezTo>
                    <a:cubicBezTo>
                      <a:pt x="2026" y="227"/>
                      <a:pt x="2461" y="403"/>
                      <a:pt x="2763" y="704"/>
                    </a:cubicBezTo>
                    <a:cubicBezTo>
                      <a:pt x="2788" y="725"/>
                      <a:pt x="2819" y="735"/>
                      <a:pt x="2850" y="735"/>
                    </a:cubicBezTo>
                    <a:cubicBezTo>
                      <a:pt x="2880" y="735"/>
                      <a:pt x="2909" y="725"/>
                      <a:pt x="2930" y="704"/>
                    </a:cubicBezTo>
                    <a:cubicBezTo>
                      <a:pt x="2972" y="654"/>
                      <a:pt x="2972" y="578"/>
                      <a:pt x="2930" y="537"/>
                    </a:cubicBezTo>
                    <a:cubicBezTo>
                      <a:pt x="2570" y="193"/>
                      <a:pt x="2085" y="1"/>
                      <a:pt x="159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32"/>
              <p:cNvSpPr/>
              <p:nvPr/>
            </p:nvSpPr>
            <p:spPr>
              <a:xfrm>
                <a:off x="7470475" y="888800"/>
                <a:ext cx="18400" cy="16950"/>
              </a:xfrm>
              <a:custGeom>
                <a:rect b="b" l="l" r="r" t="t"/>
                <a:pathLst>
                  <a:path extrusionOk="0" h="678" w="736">
                    <a:moveTo>
                      <a:pt x="370" y="1"/>
                    </a:moveTo>
                    <a:cubicBezTo>
                      <a:pt x="188" y="1"/>
                      <a:pt x="0" y="163"/>
                      <a:pt x="7" y="358"/>
                    </a:cubicBezTo>
                    <a:cubicBezTo>
                      <a:pt x="13" y="537"/>
                      <a:pt x="196" y="677"/>
                      <a:pt x="375" y="677"/>
                    </a:cubicBezTo>
                    <a:cubicBezTo>
                      <a:pt x="430" y="677"/>
                      <a:pt x="485" y="664"/>
                      <a:pt x="534" y="634"/>
                    </a:cubicBezTo>
                    <a:cubicBezTo>
                      <a:pt x="735" y="509"/>
                      <a:pt x="735" y="141"/>
                      <a:pt x="501" y="32"/>
                    </a:cubicBezTo>
                    <a:cubicBezTo>
                      <a:pt x="460" y="10"/>
                      <a:pt x="415" y="1"/>
                      <a:pt x="3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32"/>
              <p:cNvSpPr/>
              <p:nvPr/>
            </p:nvSpPr>
            <p:spPr>
              <a:xfrm>
                <a:off x="7467925" y="886225"/>
                <a:ext cx="22200" cy="22200"/>
              </a:xfrm>
              <a:custGeom>
                <a:rect b="b" l="l" r="r" t="t"/>
                <a:pathLst>
                  <a:path extrusionOk="0" h="888" w="888">
                    <a:moveTo>
                      <a:pt x="477" y="210"/>
                    </a:moveTo>
                    <a:cubicBezTo>
                      <a:pt x="502" y="210"/>
                      <a:pt x="536" y="218"/>
                      <a:pt x="561" y="227"/>
                    </a:cubicBezTo>
                    <a:cubicBezTo>
                      <a:pt x="594" y="252"/>
                      <a:pt x="628" y="277"/>
                      <a:pt x="645" y="310"/>
                    </a:cubicBezTo>
                    <a:cubicBezTo>
                      <a:pt x="661" y="352"/>
                      <a:pt x="678" y="394"/>
                      <a:pt x="678" y="444"/>
                    </a:cubicBezTo>
                    <a:cubicBezTo>
                      <a:pt x="678" y="528"/>
                      <a:pt x="636" y="612"/>
                      <a:pt x="578" y="645"/>
                    </a:cubicBezTo>
                    <a:cubicBezTo>
                      <a:pt x="544" y="662"/>
                      <a:pt x="511" y="670"/>
                      <a:pt x="477" y="670"/>
                    </a:cubicBezTo>
                    <a:cubicBezTo>
                      <a:pt x="419" y="670"/>
                      <a:pt x="343" y="645"/>
                      <a:pt x="301" y="603"/>
                    </a:cubicBezTo>
                    <a:cubicBezTo>
                      <a:pt x="243" y="562"/>
                      <a:pt x="218" y="511"/>
                      <a:pt x="218" y="453"/>
                    </a:cubicBezTo>
                    <a:lnTo>
                      <a:pt x="218" y="444"/>
                    </a:lnTo>
                    <a:cubicBezTo>
                      <a:pt x="218" y="386"/>
                      <a:pt x="243" y="327"/>
                      <a:pt x="293" y="285"/>
                    </a:cubicBezTo>
                    <a:cubicBezTo>
                      <a:pt x="343" y="235"/>
                      <a:pt x="419" y="210"/>
                      <a:pt x="477" y="210"/>
                    </a:cubicBezTo>
                    <a:close/>
                    <a:moveTo>
                      <a:pt x="477" y="1"/>
                    </a:moveTo>
                    <a:cubicBezTo>
                      <a:pt x="352" y="1"/>
                      <a:pt x="243" y="51"/>
                      <a:pt x="151" y="126"/>
                    </a:cubicBezTo>
                    <a:cubicBezTo>
                      <a:pt x="67" y="202"/>
                      <a:pt x="0" y="319"/>
                      <a:pt x="0" y="444"/>
                    </a:cubicBezTo>
                    <a:lnTo>
                      <a:pt x="0" y="461"/>
                    </a:lnTo>
                    <a:cubicBezTo>
                      <a:pt x="8" y="595"/>
                      <a:pt x="75" y="695"/>
                      <a:pt x="159" y="771"/>
                    </a:cubicBezTo>
                    <a:cubicBezTo>
                      <a:pt x="251" y="846"/>
                      <a:pt x="360" y="888"/>
                      <a:pt x="477" y="888"/>
                    </a:cubicBezTo>
                    <a:cubicBezTo>
                      <a:pt x="552" y="888"/>
                      <a:pt x="619" y="871"/>
                      <a:pt x="686" y="829"/>
                    </a:cubicBezTo>
                    <a:cubicBezTo>
                      <a:pt x="829" y="746"/>
                      <a:pt x="887" y="587"/>
                      <a:pt x="887" y="444"/>
                    </a:cubicBezTo>
                    <a:cubicBezTo>
                      <a:pt x="887" y="361"/>
                      <a:pt x="870" y="285"/>
                      <a:pt x="829" y="210"/>
                    </a:cubicBezTo>
                    <a:cubicBezTo>
                      <a:pt x="795" y="143"/>
                      <a:pt x="737" y="76"/>
                      <a:pt x="653" y="34"/>
                    </a:cubicBezTo>
                    <a:cubicBezTo>
                      <a:pt x="594" y="9"/>
                      <a:pt x="536" y="1"/>
                      <a:pt x="47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32"/>
              <p:cNvSpPr/>
              <p:nvPr/>
            </p:nvSpPr>
            <p:spPr>
              <a:xfrm>
                <a:off x="7627225" y="890475"/>
                <a:ext cx="18550" cy="16950"/>
              </a:xfrm>
              <a:custGeom>
                <a:rect b="b" l="l" r="r" t="t"/>
                <a:pathLst>
                  <a:path extrusionOk="0" h="678" w="742">
                    <a:moveTo>
                      <a:pt x="373" y="1"/>
                    </a:moveTo>
                    <a:cubicBezTo>
                      <a:pt x="187" y="1"/>
                      <a:pt x="0" y="163"/>
                      <a:pt x="14" y="358"/>
                    </a:cubicBezTo>
                    <a:cubicBezTo>
                      <a:pt x="20" y="537"/>
                      <a:pt x="203" y="677"/>
                      <a:pt x="382" y="677"/>
                    </a:cubicBezTo>
                    <a:cubicBezTo>
                      <a:pt x="437" y="677"/>
                      <a:pt x="492" y="664"/>
                      <a:pt x="541" y="634"/>
                    </a:cubicBezTo>
                    <a:cubicBezTo>
                      <a:pt x="742" y="509"/>
                      <a:pt x="742" y="149"/>
                      <a:pt x="508" y="32"/>
                    </a:cubicBezTo>
                    <a:cubicBezTo>
                      <a:pt x="465" y="10"/>
                      <a:pt x="419" y="1"/>
                      <a:pt x="37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32"/>
              <p:cNvSpPr/>
              <p:nvPr/>
            </p:nvSpPr>
            <p:spPr>
              <a:xfrm>
                <a:off x="7624850" y="887900"/>
                <a:ext cx="22200" cy="22200"/>
              </a:xfrm>
              <a:custGeom>
                <a:rect b="b" l="l" r="r" t="t"/>
                <a:pathLst>
                  <a:path extrusionOk="0" h="888" w="888">
                    <a:moveTo>
                      <a:pt x="477" y="210"/>
                    </a:moveTo>
                    <a:cubicBezTo>
                      <a:pt x="502" y="210"/>
                      <a:pt x="527" y="218"/>
                      <a:pt x="552" y="227"/>
                    </a:cubicBezTo>
                    <a:cubicBezTo>
                      <a:pt x="594" y="252"/>
                      <a:pt x="619" y="277"/>
                      <a:pt x="644" y="319"/>
                    </a:cubicBezTo>
                    <a:cubicBezTo>
                      <a:pt x="661" y="352"/>
                      <a:pt x="678" y="394"/>
                      <a:pt x="678" y="444"/>
                    </a:cubicBezTo>
                    <a:cubicBezTo>
                      <a:pt x="678" y="528"/>
                      <a:pt x="636" y="612"/>
                      <a:pt x="578" y="645"/>
                    </a:cubicBezTo>
                    <a:cubicBezTo>
                      <a:pt x="544" y="662"/>
                      <a:pt x="511" y="679"/>
                      <a:pt x="477" y="679"/>
                    </a:cubicBezTo>
                    <a:cubicBezTo>
                      <a:pt x="418" y="679"/>
                      <a:pt x="343" y="654"/>
                      <a:pt x="293" y="603"/>
                    </a:cubicBezTo>
                    <a:cubicBezTo>
                      <a:pt x="243" y="562"/>
                      <a:pt x="218" y="511"/>
                      <a:pt x="209" y="453"/>
                    </a:cubicBezTo>
                    <a:lnTo>
                      <a:pt x="209" y="444"/>
                    </a:lnTo>
                    <a:cubicBezTo>
                      <a:pt x="209" y="394"/>
                      <a:pt x="243" y="336"/>
                      <a:pt x="293" y="285"/>
                    </a:cubicBezTo>
                    <a:cubicBezTo>
                      <a:pt x="343" y="235"/>
                      <a:pt x="410" y="210"/>
                      <a:pt x="477" y="210"/>
                    </a:cubicBezTo>
                    <a:close/>
                    <a:moveTo>
                      <a:pt x="477" y="1"/>
                    </a:moveTo>
                    <a:cubicBezTo>
                      <a:pt x="352" y="1"/>
                      <a:pt x="234" y="51"/>
                      <a:pt x="151" y="126"/>
                    </a:cubicBezTo>
                    <a:cubicBezTo>
                      <a:pt x="67" y="202"/>
                      <a:pt x="0" y="319"/>
                      <a:pt x="0" y="444"/>
                    </a:cubicBezTo>
                    <a:lnTo>
                      <a:pt x="0" y="469"/>
                    </a:lnTo>
                    <a:cubicBezTo>
                      <a:pt x="8" y="595"/>
                      <a:pt x="75" y="695"/>
                      <a:pt x="159" y="771"/>
                    </a:cubicBezTo>
                    <a:cubicBezTo>
                      <a:pt x="251" y="846"/>
                      <a:pt x="360" y="888"/>
                      <a:pt x="477" y="888"/>
                    </a:cubicBezTo>
                    <a:cubicBezTo>
                      <a:pt x="544" y="888"/>
                      <a:pt x="619" y="871"/>
                      <a:pt x="686" y="829"/>
                    </a:cubicBezTo>
                    <a:cubicBezTo>
                      <a:pt x="829" y="746"/>
                      <a:pt x="887" y="587"/>
                      <a:pt x="887" y="444"/>
                    </a:cubicBezTo>
                    <a:cubicBezTo>
                      <a:pt x="887" y="369"/>
                      <a:pt x="870" y="285"/>
                      <a:pt x="829" y="210"/>
                    </a:cubicBezTo>
                    <a:cubicBezTo>
                      <a:pt x="795" y="143"/>
                      <a:pt x="728" y="76"/>
                      <a:pt x="653" y="43"/>
                    </a:cubicBezTo>
                    <a:cubicBezTo>
                      <a:pt x="594" y="9"/>
                      <a:pt x="536" y="1"/>
                      <a:pt x="47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32"/>
              <p:cNvSpPr/>
              <p:nvPr/>
            </p:nvSpPr>
            <p:spPr>
              <a:xfrm>
                <a:off x="7716475" y="859650"/>
                <a:ext cx="83725" cy="126825"/>
              </a:xfrm>
              <a:custGeom>
                <a:rect b="b" l="l" r="r" t="t"/>
                <a:pathLst>
                  <a:path extrusionOk="0" h="5073" w="3349">
                    <a:moveTo>
                      <a:pt x="118" y="269"/>
                    </a:moveTo>
                    <a:cubicBezTo>
                      <a:pt x="118" y="269"/>
                      <a:pt x="704" y="219"/>
                      <a:pt x="1323" y="411"/>
                    </a:cubicBezTo>
                    <a:cubicBezTo>
                      <a:pt x="1942" y="595"/>
                      <a:pt x="2595" y="1030"/>
                      <a:pt x="2771" y="2001"/>
                    </a:cubicBezTo>
                    <a:cubicBezTo>
                      <a:pt x="3123" y="3960"/>
                      <a:pt x="1934" y="4872"/>
                      <a:pt x="1934" y="4872"/>
                    </a:cubicBezTo>
                    <a:cubicBezTo>
                      <a:pt x="1892" y="4905"/>
                      <a:pt x="1884" y="4972"/>
                      <a:pt x="1917" y="5022"/>
                    </a:cubicBezTo>
                    <a:cubicBezTo>
                      <a:pt x="1951" y="5064"/>
                      <a:pt x="2018" y="5073"/>
                      <a:pt x="2068" y="5039"/>
                    </a:cubicBezTo>
                    <a:cubicBezTo>
                      <a:pt x="2068" y="5039"/>
                      <a:pt x="3348" y="4068"/>
                      <a:pt x="2972" y="1959"/>
                    </a:cubicBezTo>
                    <a:cubicBezTo>
                      <a:pt x="2788" y="896"/>
                      <a:pt x="2060" y="419"/>
                      <a:pt x="1390" y="210"/>
                    </a:cubicBezTo>
                    <a:cubicBezTo>
                      <a:pt x="721" y="1"/>
                      <a:pt x="101" y="60"/>
                      <a:pt x="101" y="60"/>
                    </a:cubicBezTo>
                    <a:cubicBezTo>
                      <a:pt x="43" y="68"/>
                      <a:pt x="1" y="118"/>
                      <a:pt x="9" y="168"/>
                    </a:cubicBezTo>
                    <a:cubicBezTo>
                      <a:pt x="18" y="227"/>
                      <a:pt x="68" y="269"/>
                      <a:pt x="118" y="26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350" name="Google Shape;350;p32" title="p2546.jpg"/>
          <p:cNvPicPr preferRelativeResize="0"/>
          <p:nvPr/>
        </p:nvPicPr>
        <p:blipFill rotWithShape="1">
          <a:blip r:embed="rId3">
            <a:alphaModFix/>
          </a:blip>
          <a:srcRect b="0" l="27131" r="27131" t="0"/>
          <a:stretch/>
        </p:blipFill>
        <p:spPr>
          <a:xfrm rot="-175669">
            <a:off x="7086107" y="715201"/>
            <a:ext cx="1902984" cy="2426779"/>
          </a:xfrm>
          <a:prstGeom prst="round2DiagRect">
            <a:avLst>
              <a:gd fmla="val 50000" name="adj1"/>
              <a:gd fmla="val 50000" name="adj2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7000"/>
              </a:srgbClr>
            </a:outerShdw>
          </a:effectLst>
        </p:spPr>
      </p:pic>
      <p:grpSp>
        <p:nvGrpSpPr>
          <p:cNvPr id="351" name="Google Shape;351;p32"/>
          <p:cNvGrpSpPr/>
          <p:nvPr/>
        </p:nvGrpSpPr>
        <p:grpSpPr>
          <a:xfrm>
            <a:off x="6128736" y="2630593"/>
            <a:ext cx="2181845" cy="2274759"/>
            <a:chOff x="6880641" y="2739764"/>
            <a:chExt cx="2312256" cy="2352874"/>
          </a:xfrm>
        </p:grpSpPr>
        <p:sp>
          <p:nvSpPr>
            <p:cNvPr id="352" name="Google Shape;352;p32"/>
            <p:cNvSpPr/>
            <p:nvPr/>
          </p:nvSpPr>
          <p:spPr>
            <a:xfrm>
              <a:off x="6881399" y="2739859"/>
              <a:ext cx="2311498" cy="2352779"/>
            </a:xfrm>
            <a:custGeom>
              <a:rect b="b" l="l" r="r" t="t"/>
              <a:pathLst>
                <a:path extrusionOk="0" h="50611" w="49723">
                  <a:moveTo>
                    <a:pt x="42115" y="12580"/>
                  </a:moveTo>
                  <a:lnTo>
                    <a:pt x="42115" y="12580"/>
                  </a:lnTo>
                  <a:cubicBezTo>
                    <a:pt x="42107" y="12596"/>
                    <a:pt x="42090" y="12605"/>
                    <a:pt x="42082" y="12621"/>
                  </a:cubicBezTo>
                  <a:cubicBezTo>
                    <a:pt x="41956" y="12747"/>
                    <a:pt x="41939" y="12923"/>
                    <a:pt x="41923" y="13048"/>
                  </a:cubicBezTo>
                  <a:lnTo>
                    <a:pt x="41931" y="12956"/>
                  </a:lnTo>
                  <a:cubicBezTo>
                    <a:pt x="41914" y="12898"/>
                    <a:pt x="41889" y="12839"/>
                    <a:pt x="41872" y="12789"/>
                  </a:cubicBezTo>
                  <a:cubicBezTo>
                    <a:pt x="41847" y="12730"/>
                    <a:pt x="41830" y="12672"/>
                    <a:pt x="41805" y="12613"/>
                  </a:cubicBezTo>
                  <a:lnTo>
                    <a:pt x="41856" y="12605"/>
                  </a:lnTo>
                  <a:lnTo>
                    <a:pt x="41881" y="12605"/>
                  </a:lnTo>
                  <a:cubicBezTo>
                    <a:pt x="41906" y="12605"/>
                    <a:pt x="41931" y="12605"/>
                    <a:pt x="41956" y="12596"/>
                  </a:cubicBezTo>
                  <a:lnTo>
                    <a:pt x="41981" y="12596"/>
                  </a:lnTo>
                  <a:lnTo>
                    <a:pt x="42040" y="12588"/>
                  </a:lnTo>
                  <a:lnTo>
                    <a:pt x="42073" y="12588"/>
                  </a:lnTo>
                  <a:lnTo>
                    <a:pt x="42115" y="12580"/>
                  </a:lnTo>
                  <a:close/>
                  <a:moveTo>
                    <a:pt x="32942" y="9031"/>
                  </a:moveTo>
                  <a:cubicBezTo>
                    <a:pt x="32967" y="9558"/>
                    <a:pt x="33001" y="10094"/>
                    <a:pt x="33043" y="10621"/>
                  </a:cubicBezTo>
                  <a:cubicBezTo>
                    <a:pt x="33118" y="11508"/>
                    <a:pt x="33796" y="12228"/>
                    <a:pt x="34683" y="12370"/>
                  </a:cubicBezTo>
                  <a:cubicBezTo>
                    <a:pt x="34767" y="12387"/>
                    <a:pt x="34850" y="12395"/>
                    <a:pt x="34934" y="12412"/>
                  </a:cubicBezTo>
                  <a:cubicBezTo>
                    <a:pt x="34934" y="12379"/>
                    <a:pt x="34934" y="12345"/>
                    <a:pt x="34934" y="12312"/>
                  </a:cubicBezTo>
                  <a:lnTo>
                    <a:pt x="35043" y="12312"/>
                  </a:lnTo>
                  <a:lnTo>
                    <a:pt x="35026" y="12421"/>
                  </a:lnTo>
                  <a:cubicBezTo>
                    <a:pt x="35001" y="12421"/>
                    <a:pt x="34968" y="12412"/>
                    <a:pt x="34934" y="12412"/>
                  </a:cubicBezTo>
                  <a:cubicBezTo>
                    <a:pt x="34934" y="12571"/>
                    <a:pt x="34934" y="12739"/>
                    <a:pt x="34926" y="12898"/>
                  </a:cubicBezTo>
                  <a:cubicBezTo>
                    <a:pt x="34926" y="13048"/>
                    <a:pt x="34926" y="13199"/>
                    <a:pt x="34926" y="13341"/>
                  </a:cubicBezTo>
                  <a:lnTo>
                    <a:pt x="34926" y="13350"/>
                  </a:lnTo>
                  <a:cubicBezTo>
                    <a:pt x="34867" y="13324"/>
                    <a:pt x="34817" y="13308"/>
                    <a:pt x="34758" y="13291"/>
                  </a:cubicBezTo>
                  <a:cubicBezTo>
                    <a:pt x="34650" y="13249"/>
                    <a:pt x="34541" y="13207"/>
                    <a:pt x="34432" y="13174"/>
                  </a:cubicBezTo>
                  <a:cubicBezTo>
                    <a:pt x="34181" y="13082"/>
                    <a:pt x="33930" y="12981"/>
                    <a:pt x="33687" y="12872"/>
                  </a:cubicBezTo>
                  <a:cubicBezTo>
                    <a:pt x="33603" y="12839"/>
                    <a:pt x="33528" y="12797"/>
                    <a:pt x="33444" y="12764"/>
                  </a:cubicBezTo>
                  <a:cubicBezTo>
                    <a:pt x="33419" y="12755"/>
                    <a:pt x="33394" y="12739"/>
                    <a:pt x="33369" y="12730"/>
                  </a:cubicBezTo>
                  <a:lnTo>
                    <a:pt x="33260" y="12680"/>
                  </a:lnTo>
                  <a:cubicBezTo>
                    <a:pt x="33177" y="12638"/>
                    <a:pt x="33093" y="12596"/>
                    <a:pt x="33018" y="12563"/>
                  </a:cubicBezTo>
                  <a:cubicBezTo>
                    <a:pt x="32817" y="12471"/>
                    <a:pt x="32624" y="12370"/>
                    <a:pt x="32432" y="12270"/>
                  </a:cubicBezTo>
                  <a:cubicBezTo>
                    <a:pt x="32331" y="12228"/>
                    <a:pt x="32239" y="12178"/>
                    <a:pt x="32139" y="12128"/>
                  </a:cubicBezTo>
                  <a:cubicBezTo>
                    <a:pt x="32139" y="12103"/>
                    <a:pt x="32139" y="12077"/>
                    <a:pt x="32139" y="12052"/>
                  </a:cubicBezTo>
                  <a:cubicBezTo>
                    <a:pt x="32130" y="12010"/>
                    <a:pt x="32130" y="11960"/>
                    <a:pt x="32122" y="11910"/>
                  </a:cubicBezTo>
                  <a:cubicBezTo>
                    <a:pt x="32114" y="11784"/>
                    <a:pt x="32089" y="11659"/>
                    <a:pt x="32064" y="11525"/>
                  </a:cubicBezTo>
                  <a:cubicBezTo>
                    <a:pt x="32030" y="11416"/>
                    <a:pt x="31997" y="11299"/>
                    <a:pt x="31946" y="11190"/>
                  </a:cubicBezTo>
                  <a:cubicBezTo>
                    <a:pt x="31921" y="11132"/>
                    <a:pt x="31896" y="11073"/>
                    <a:pt x="31871" y="11023"/>
                  </a:cubicBezTo>
                  <a:cubicBezTo>
                    <a:pt x="31846" y="10964"/>
                    <a:pt x="31812" y="10914"/>
                    <a:pt x="31779" y="10855"/>
                  </a:cubicBezTo>
                  <a:cubicBezTo>
                    <a:pt x="31737" y="10797"/>
                    <a:pt x="31695" y="10730"/>
                    <a:pt x="31653" y="10671"/>
                  </a:cubicBezTo>
                  <a:cubicBezTo>
                    <a:pt x="31620" y="10630"/>
                    <a:pt x="31578" y="10588"/>
                    <a:pt x="31545" y="10537"/>
                  </a:cubicBezTo>
                  <a:cubicBezTo>
                    <a:pt x="31494" y="10487"/>
                    <a:pt x="31453" y="10445"/>
                    <a:pt x="31402" y="10395"/>
                  </a:cubicBezTo>
                  <a:cubicBezTo>
                    <a:pt x="31369" y="10370"/>
                    <a:pt x="31344" y="10345"/>
                    <a:pt x="31319" y="10320"/>
                  </a:cubicBezTo>
                  <a:lnTo>
                    <a:pt x="31310" y="10320"/>
                  </a:lnTo>
                  <a:cubicBezTo>
                    <a:pt x="31352" y="10253"/>
                    <a:pt x="31386" y="10194"/>
                    <a:pt x="31419" y="10136"/>
                  </a:cubicBezTo>
                  <a:cubicBezTo>
                    <a:pt x="31444" y="10086"/>
                    <a:pt x="31469" y="10035"/>
                    <a:pt x="31478" y="9985"/>
                  </a:cubicBezTo>
                  <a:lnTo>
                    <a:pt x="31553" y="9960"/>
                  </a:lnTo>
                  <a:cubicBezTo>
                    <a:pt x="31603" y="9943"/>
                    <a:pt x="31653" y="9918"/>
                    <a:pt x="31712" y="9901"/>
                  </a:cubicBezTo>
                  <a:cubicBezTo>
                    <a:pt x="31771" y="9876"/>
                    <a:pt x="31829" y="9843"/>
                    <a:pt x="31896" y="9818"/>
                  </a:cubicBezTo>
                  <a:cubicBezTo>
                    <a:pt x="32072" y="9726"/>
                    <a:pt x="32248" y="9625"/>
                    <a:pt x="32415" y="9508"/>
                  </a:cubicBezTo>
                  <a:cubicBezTo>
                    <a:pt x="32557" y="9408"/>
                    <a:pt x="32691" y="9299"/>
                    <a:pt x="32817" y="9173"/>
                  </a:cubicBezTo>
                  <a:cubicBezTo>
                    <a:pt x="32850" y="9148"/>
                    <a:pt x="32875" y="9115"/>
                    <a:pt x="32900" y="9090"/>
                  </a:cubicBezTo>
                  <a:cubicBezTo>
                    <a:pt x="32917" y="9073"/>
                    <a:pt x="32926" y="9064"/>
                    <a:pt x="32942" y="9048"/>
                  </a:cubicBezTo>
                  <a:lnTo>
                    <a:pt x="32942" y="9031"/>
                  </a:lnTo>
                  <a:close/>
                  <a:moveTo>
                    <a:pt x="36503" y="12485"/>
                  </a:moveTo>
                  <a:cubicBezTo>
                    <a:pt x="36531" y="12485"/>
                    <a:pt x="36554" y="12531"/>
                    <a:pt x="36583" y="12546"/>
                  </a:cubicBezTo>
                  <a:lnTo>
                    <a:pt x="36541" y="12605"/>
                  </a:lnTo>
                  <a:lnTo>
                    <a:pt x="36549" y="12605"/>
                  </a:lnTo>
                  <a:cubicBezTo>
                    <a:pt x="36625" y="12613"/>
                    <a:pt x="36700" y="12613"/>
                    <a:pt x="36775" y="12621"/>
                  </a:cubicBezTo>
                  <a:cubicBezTo>
                    <a:pt x="36934" y="12638"/>
                    <a:pt x="37085" y="12647"/>
                    <a:pt x="37244" y="12655"/>
                  </a:cubicBezTo>
                  <a:cubicBezTo>
                    <a:pt x="37704" y="12688"/>
                    <a:pt x="38173" y="12713"/>
                    <a:pt x="38642" y="12722"/>
                  </a:cubicBezTo>
                  <a:cubicBezTo>
                    <a:pt x="38843" y="12722"/>
                    <a:pt x="39035" y="12730"/>
                    <a:pt x="39236" y="12730"/>
                  </a:cubicBezTo>
                  <a:lnTo>
                    <a:pt x="39311" y="12730"/>
                  </a:lnTo>
                  <a:lnTo>
                    <a:pt x="39328" y="12722"/>
                  </a:lnTo>
                  <a:lnTo>
                    <a:pt x="39931" y="12722"/>
                  </a:lnTo>
                  <a:lnTo>
                    <a:pt x="39947" y="12713"/>
                  </a:lnTo>
                  <a:lnTo>
                    <a:pt x="40140" y="12713"/>
                  </a:lnTo>
                  <a:cubicBezTo>
                    <a:pt x="40173" y="12713"/>
                    <a:pt x="40207" y="12713"/>
                    <a:pt x="40240" y="12705"/>
                  </a:cubicBezTo>
                  <a:lnTo>
                    <a:pt x="40450" y="12705"/>
                  </a:lnTo>
                  <a:lnTo>
                    <a:pt x="40475" y="12697"/>
                  </a:lnTo>
                  <a:lnTo>
                    <a:pt x="40550" y="12697"/>
                  </a:lnTo>
                  <a:cubicBezTo>
                    <a:pt x="40567" y="12730"/>
                    <a:pt x="40575" y="12764"/>
                    <a:pt x="40583" y="12789"/>
                  </a:cubicBezTo>
                  <a:cubicBezTo>
                    <a:pt x="40609" y="12856"/>
                    <a:pt x="40634" y="12914"/>
                    <a:pt x="40650" y="12973"/>
                  </a:cubicBezTo>
                  <a:cubicBezTo>
                    <a:pt x="40701" y="13124"/>
                    <a:pt x="40751" y="13274"/>
                    <a:pt x="40793" y="13425"/>
                  </a:cubicBezTo>
                  <a:cubicBezTo>
                    <a:pt x="40835" y="13592"/>
                    <a:pt x="40876" y="13751"/>
                    <a:pt x="40918" y="13910"/>
                  </a:cubicBezTo>
                  <a:cubicBezTo>
                    <a:pt x="40927" y="13969"/>
                    <a:pt x="40943" y="14019"/>
                    <a:pt x="40952" y="14078"/>
                  </a:cubicBezTo>
                  <a:lnTo>
                    <a:pt x="40968" y="14161"/>
                  </a:lnTo>
                  <a:cubicBezTo>
                    <a:pt x="40960" y="14170"/>
                    <a:pt x="40952" y="14178"/>
                    <a:pt x="40943" y="14186"/>
                  </a:cubicBezTo>
                  <a:cubicBezTo>
                    <a:pt x="40927" y="14203"/>
                    <a:pt x="40910" y="14220"/>
                    <a:pt x="40893" y="14237"/>
                  </a:cubicBezTo>
                  <a:cubicBezTo>
                    <a:pt x="40793" y="14337"/>
                    <a:pt x="40692" y="14446"/>
                    <a:pt x="40600" y="14555"/>
                  </a:cubicBezTo>
                  <a:cubicBezTo>
                    <a:pt x="40583" y="14571"/>
                    <a:pt x="40567" y="14588"/>
                    <a:pt x="40558" y="14605"/>
                  </a:cubicBezTo>
                  <a:cubicBezTo>
                    <a:pt x="40542" y="14622"/>
                    <a:pt x="40525" y="14647"/>
                    <a:pt x="40508" y="14664"/>
                  </a:cubicBezTo>
                  <a:cubicBezTo>
                    <a:pt x="40491" y="14689"/>
                    <a:pt x="40466" y="14714"/>
                    <a:pt x="40450" y="14739"/>
                  </a:cubicBezTo>
                  <a:lnTo>
                    <a:pt x="40441" y="14739"/>
                  </a:lnTo>
                  <a:cubicBezTo>
                    <a:pt x="40366" y="14722"/>
                    <a:pt x="40291" y="14705"/>
                    <a:pt x="40224" y="14689"/>
                  </a:cubicBezTo>
                  <a:cubicBezTo>
                    <a:pt x="39939" y="14613"/>
                    <a:pt x="39654" y="14546"/>
                    <a:pt x="39370" y="14479"/>
                  </a:cubicBezTo>
                  <a:cubicBezTo>
                    <a:pt x="39027" y="14404"/>
                    <a:pt x="38684" y="14320"/>
                    <a:pt x="38349" y="14245"/>
                  </a:cubicBezTo>
                  <a:cubicBezTo>
                    <a:pt x="37889" y="14145"/>
                    <a:pt x="37428" y="14036"/>
                    <a:pt x="36968" y="13927"/>
                  </a:cubicBezTo>
                  <a:cubicBezTo>
                    <a:pt x="36708" y="13860"/>
                    <a:pt x="36441" y="13793"/>
                    <a:pt x="36181" y="13726"/>
                  </a:cubicBezTo>
                  <a:cubicBezTo>
                    <a:pt x="36064" y="13693"/>
                    <a:pt x="35947" y="13659"/>
                    <a:pt x="35821" y="13626"/>
                  </a:cubicBezTo>
                  <a:cubicBezTo>
                    <a:pt x="35863" y="13567"/>
                    <a:pt x="35905" y="13517"/>
                    <a:pt x="35947" y="13458"/>
                  </a:cubicBezTo>
                  <a:cubicBezTo>
                    <a:pt x="36031" y="13350"/>
                    <a:pt x="36106" y="13241"/>
                    <a:pt x="36190" y="13132"/>
                  </a:cubicBezTo>
                  <a:cubicBezTo>
                    <a:pt x="36265" y="13015"/>
                    <a:pt x="36349" y="12898"/>
                    <a:pt x="36424" y="12780"/>
                  </a:cubicBezTo>
                  <a:cubicBezTo>
                    <a:pt x="36466" y="12722"/>
                    <a:pt x="36508" y="12663"/>
                    <a:pt x="36541" y="12605"/>
                  </a:cubicBezTo>
                  <a:lnTo>
                    <a:pt x="36483" y="12596"/>
                  </a:lnTo>
                  <a:lnTo>
                    <a:pt x="36474" y="12596"/>
                  </a:lnTo>
                  <a:cubicBezTo>
                    <a:pt x="36483" y="12563"/>
                    <a:pt x="36457" y="12504"/>
                    <a:pt x="36491" y="12487"/>
                  </a:cubicBezTo>
                  <a:cubicBezTo>
                    <a:pt x="36495" y="12485"/>
                    <a:pt x="36499" y="12485"/>
                    <a:pt x="36503" y="12485"/>
                  </a:cubicBezTo>
                  <a:close/>
                  <a:moveTo>
                    <a:pt x="39387" y="1"/>
                  </a:moveTo>
                  <a:cubicBezTo>
                    <a:pt x="38617" y="1"/>
                    <a:pt x="37855" y="34"/>
                    <a:pt x="37093" y="101"/>
                  </a:cubicBezTo>
                  <a:cubicBezTo>
                    <a:pt x="37035" y="109"/>
                    <a:pt x="36993" y="160"/>
                    <a:pt x="36993" y="218"/>
                  </a:cubicBezTo>
                  <a:lnTo>
                    <a:pt x="36993" y="226"/>
                  </a:lnTo>
                  <a:cubicBezTo>
                    <a:pt x="36918" y="226"/>
                    <a:pt x="36834" y="235"/>
                    <a:pt x="36759" y="243"/>
                  </a:cubicBezTo>
                  <a:cubicBezTo>
                    <a:pt x="36600" y="260"/>
                    <a:pt x="36441" y="277"/>
                    <a:pt x="36282" y="293"/>
                  </a:cubicBezTo>
                  <a:cubicBezTo>
                    <a:pt x="36123" y="319"/>
                    <a:pt x="35964" y="335"/>
                    <a:pt x="35805" y="360"/>
                  </a:cubicBezTo>
                  <a:cubicBezTo>
                    <a:pt x="35729" y="369"/>
                    <a:pt x="35646" y="377"/>
                    <a:pt x="35570" y="394"/>
                  </a:cubicBezTo>
                  <a:cubicBezTo>
                    <a:pt x="35563" y="340"/>
                    <a:pt x="35513" y="301"/>
                    <a:pt x="35460" y="301"/>
                  </a:cubicBezTo>
                  <a:cubicBezTo>
                    <a:pt x="35455" y="301"/>
                    <a:pt x="35450" y="301"/>
                    <a:pt x="35445" y="302"/>
                  </a:cubicBezTo>
                  <a:cubicBezTo>
                    <a:pt x="35169" y="344"/>
                    <a:pt x="34892" y="386"/>
                    <a:pt x="34616" y="436"/>
                  </a:cubicBezTo>
                  <a:cubicBezTo>
                    <a:pt x="34558" y="444"/>
                    <a:pt x="34524" y="503"/>
                    <a:pt x="34532" y="561"/>
                  </a:cubicBezTo>
                  <a:lnTo>
                    <a:pt x="34532" y="570"/>
                  </a:lnTo>
                  <a:lnTo>
                    <a:pt x="34491" y="578"/>
                  </a:lnTo>
                  <a:cubicBezTo>
                    <a:pt x="34466" y="586"/>
                    <a:pt x="34440" y="595"/>
                    <a:pt x="34415" y="595"/>
                  </a:cubicBezTo>
                  <a:cubicBezTo>
                    <a:pt x="34357" y="620"/>
                    <a:pt x="34298" y="637"/>
                    <a:pt x="34240" y="662"/>
                  </a:cubicBezTo>
                  <a:cubicBezTo>
                    <a:pt x="34173" y="695"/>
                    <a:pt x="34114" y="720"/>
                    <a:pt x="34055" y="754"/>
                  </a:cubicBezTo>
                  <a:cubicBezTo>
                    <a:pt x="34030" y="770"/>
                    <a:pt x="34005" y="787"/>
                    <a:pt x="33988" y="796"/>
                  </a:cubicBezTo>
                  <a:lnTo>
                    <a:pt x="33947" y="821"/>
                  </a:lnTo>
                  <a:cubicBezTo>
                    <a:pt x="33927" y="791"/>
                    <a:pt x="33894" y="776"/>
                    <a:pt x="33861" y="776"/>
                  </a:cubicBezTo>
                  <a:cubicBezTo>
                    <a:pt x="33839" y="776"/>
                    <a:pt x="33816" y="782"/>
                    <a:pt x="33796" y="796"/>
                  </a:cubicBezTo>
                  <a:cubicBezTo>
                    <a:pt x="33361" y="1122"/>
                    <a:pt x="33076" y="1624"/>
                    <a:pt x="33034" y="2193"/>
                  </a:cubicBezTo>
                  <a:cubicBezTo>
                    <a:pt x="32959" y="3072"/>
                    <a:pt x="32917" y="3951"/>
                    <a:pt x="32892" y="4830"/>
                  </a:cubicBezTo>
                  <a:cubicBezTo>
                    <a:pt x="32382" y="4302"/>
                    <a:pt x="31687" y="3959"/>
                    <a:pt x="30959" y="3892"/>
                  </a:cubicBezTo>
                  <a:cubicBezTo>
                    <a:pt x="30873" y="3885"/>
                    <a:pt x="30787" y="3881"/>
                    <a:pt x="30702" y="3881"/>
                  </a:cubicBezTo>
                  <a:cubicBezTo>
                    <a:pt x="29925" y="3881"/>
                    <a:pt x="29155" y="4184"/>
                    <a:pt x="28582" y="4704"/>
                  </a:cubicBezTo>
                  <a:cubicBezTo>
                    <a:pt x="28574" y="4687"/>
                    <a:pt x="28557" y="4671"/>
                    <a:pt x="28548" y="4654"/>
                  </a:cubicBezTo>
                  <a:cubicBezTo>
                    <a:pt x="27971" y="3951"/>
                    <a:pt x="27168" y="3440"/>
                    <a:pt x="26314" y="3139"/>
                  </a:cubicBezTo>
                  <a:cubicBezTo>
                    <a:pt x="25452" y="2838"/>
                    <a:pt x="24531" y="2721"/>
                    <a:pt x="23619" y="2712"/>
                  </a:cubicBezTo>
                  <a:cubicBezTo>
                    <a:pt x="23573" y="2712"/>
                    <a:pt x="23528" y="2711"/>
                    <a:pt x="23483" y="2711"/>
                  </a:cubicBezTo>
                  <a:cubicBezTo>
                    <a:pt x="22011" y="2711"/>
                    <a:pt x="20516" y="2976"/>
                    <a:pt x="19225" y="3675"/>
                  </a:cubicBezTo>
                  <a:cubicBezTo>
                    <a:pt x="18279" y="4185"/>
                    <a:pt x="17451" y="4930"/>
                    <a:pt x="16898" y="5842"/>
                  </a:cubicBezTo>
                  <a:cubicBezTo>
                    <a:pt x="16381" y="5493"/>
                    <a:pt x="15788" y="5264"/>
                    <a:pt x="15194" y="5264"/>
                  </a:cubicBezTo>
                  <a:cubicBezTo>
                    <a:pt x="14992" y="5264"/>
                    <a:pt x="14789" y="5291"/>
                    <a:pt x="14589" y="5348"/>
                  </a:cubicBezTo>
                  <a:cubicBezTo>
                    <a:pt x="14011" y="5508"/>
                    <a:pt x="13509" y="5909"/>
                    <a:pt x="13182" y="6420"/>
                  </a:cubicBezTo>
                  <a:cubicBezTo>
                    <a:pt x="12973" y="6738"/>
                    <a:pt x="12831" y="7098"/>
                    <a:pt x="12764" y="7474"/>
                  </a:cubicBezTo>
                  <a:cubicBezTo>
                    <a:pt x="12053" y="7667"/>
                    <a:pt x="11358" y="7901"/>
                    <a:pt x="10680" y="8186"/>
                  </a:cubicBezTo>
                  <a:cubicBezTo>
                    <a:pt x="7023" y="9717"/>
                    <a:pt x="3918" y="12563"/>
                    <a:pt x="2160" y="16120"/>
                  </a:cubicBezTo>
                  <a:cubicBezTo>
                    <a:pt x="344" y="19819"/>
                    <a:pt x="1" y="24096"/>
                    <a:pt x="411" y="28197"/>
                  </a:cubicBezTo>
                  <a:cubicBezTo>
                    <a:pt x="921" y="33252"/>
                    <a:pt x="2620" y="38340"/>
                    <a:pt x="6052" y="42081"/>
                  </a:cubicBezTo>
                  <a:cubicBezTo>
                    <a:pt x="9015" y="45312"/>
                    <a:pt x="13065" y="47346"/>
                    <a:pt x="17216" y="48726"/>
                  </a:cubicBezTo>
                  <a:lnTo>
                    <a:pt x="17325" y="48760"/>
                  </a:lnTo>
                  <a:cubicBezTo>
                    <a:pt x="20439" y="49781"/>
                    <a:pt x="23703" y="50467"/>
                    <a:pt x="26967" y="50509"/>
                  </a:cubicBezTo>
                  <a:lnTo>
                    <a:pt x="26967" y="50517"/>
                  </a:lnTo>
                  <a:cubicBezTo>
                    <a:pt x="26974" y="50571"/>
                    <a:pt x="27017" y="50611"/>
                    <a:pt x="27069" y="50611"/>
                  </a:cubicBezTo>
                  <a:cubicBezTo>
                    <a:pt x="27074" y="50611"/>
                    <a:pt x="27079" y="50610"/>
                    <a:pt x="27084" y="50610"/>
                  </a:cubicBezTo>
                  <a:cubicBezTo>
                    <a:pt x="27142" y="50610"/>
                    <a:pt x="27176" y="50559"/>
                    <a:pt x="27184" y="50509"/>
                  </a:cubicBezTo>
                  <a:lnTo>
                    <a:pt x="27645" y="50509"/>
                  </a:lnTo>
                  <a:cubicBezTo>
                    <a:pt x="27678" y="50509"/>
                    <a:pt x="27712" y="50509"/>
                    <a:pt x="27745" y="50501"/>
                  </a:cubicBezTo>
                  <a:lnTo>
                    <a:pt x="28021" y="50501"/>
                  </a:lnTo>
                  <a:lnTo>
                    <a:pt x="28063" y="50492"/>
                  </a:lnTo>
                  <a:lnTo>
                    <a:pt x="28197" y="50492"/>
                  </a:lnTo>
                  <a:cubicBezTo>
                    <a:pt x="28222" y="50492"/>
                    <a:pt x="28256" y="50492"/>
                    <a:pt x="28289" y="50484"/>
                  </a:cubicBezTo>
                  <a:lnTo>
                    <a:pt x="28406" y="50484"/>
                  </a:lnTo>
                  <a:cubicBezTo>
                    <a:pt x="28431" y="50484"/>
                    <a:pt x="28465" y="50476"/>
                    <a:pt x="28498" y="50476"/>
                  </a:cubicBezTo>
                  <a:lnTo>
                    <a:pt x="28515" y="50476"/>
                  </a:lnTo>
                  <a:cubicBezTo>
                    <a:pt x="28548" y="50476"/>
                    <a:pt x="28582" y="50476"/>
                    <a:pt x="28615" y="50467"/>
                  </a:cubicBezTo>
                  <a:lnTo>
                    <a:pt x="28733" y="50467"/>
                  </a:lnTo>
                  <a:lnTo>
                    <a:pt x="28791" y="50459"/>
                  </a:lnTo>
                  <a:lnTo>
                    <a:pt x="28850" y="50459"/>
                  </a:lnTo>
                  <a:lnTo>
                    <a:pt x="28925" y="50451"/>
                  </a:lnTo>
                  <a:lnTo>
                    <a:pt x="28950" y="50451"/>
                  </a:lnTo>
                  <a:cubicBezTo>
                    <a:pt x="28984" y="50451"/>
                    <a:pt x="29017" y="50442"/>
                    <a:pt x="29051" y="50442"/>
                  </a:cubicBezTo>
                  <a:lnTo>
                    <a:pt x="29076" y="50442"/>
                  </a:lnTo>
                  <a:lnTo>
                    <a:pt x="29134" y="50434"/>
                  </a:lnTo>
                  <a:lnTo>
                    <a:pt x="29193" y="50434"/>
                  </a:lnTo>
                  <a:lnTo>
                    <a:pt x="29235" y="50425"/>
                  </a:lnTo>
                  <a:lnTo>
                    <a:pt x="29293" y="50425"/>
                  </a:lnTo>
                  <a:lnTo>
                    <a:pt x="29327" y="50417"/>
                  </a:lnTo>
                  <a:lnTo>
                    <a:pt x="29377" y="50417"/>
                  </a:lnTo>
                  <a:lnTo>
                    <a:pt x="29402" y="50409"/>
                  </a:lnTo>
                  <a:lnTo>
                    <a:pt x="29461" y="50409"/>
                  </a:lnTo>
                  <a:lnTo>
                    <a:pt x="29486" y="50400"/>
                  </a:lnTo>
                  <a:lnTo>
                    <a:pt x="29561" y="50400"/>
                  </a:lnTo>
                  <a:lnTo>
                    <a:pt x="29595" y="50392"/>
                  </a:lnTo>
                  <a:lnTo>
                    <a:pt x="29611" y="50392"/>
                  </a:lnTo>
                  <a:lnTo>
                    <a:pt x="29678" y="50384"/>
                  </a:lnTo>
                  <a:lnTo>
                    <a:pt x="29703" y="50384"/>
                  </a:lnTo>
                  <a:cubicBezTo>
                    <a:pt x="29737" y="50375"/>
                    <a:pt x="29770" y="50375"/>
                    <a:pt x="29804" y="50367"/>
                  </a:cubicBezTo>
                  <a:lnTo>
                    <a:pt x="29837" y="50367"/>
                  </a:lnTo>
                  <a:lnTo>
                    <a:pt x="29896" y="50358"/>
                  </a:lnTo>
                  <a:lnTo>
                    <a:pt x="29946" y="50358"/>
                  </a:lnTo>
                  <a:lnTo>
                    <a:pt x="29996" y="50350"/>
                  </a:lnTo>
                  <a:lnTo>
                    <a:pt x="30013" y="50350"/>
                  </a:lnTo>
                  <a:lnTo>
                    <a:pt x="30030" y="50342"/>
                  </a:lnTo>
                  <a:lnTo>
                    <a:pt x="30088" y="50342"/>
                  </a:lnTo>
                  <a:lnTo>
                    <a:pt x="30113" y="50333"/>
                  </a:lnTo>
                  <a:lnTo>
                    <a:pt x="30139" y="50333"/>
                  </a:lnTo>
                  <a:lnTo>
                    <a:pt x="30155" y="50325"/>
                  </a:lnTo>
                  <a:lnTo>
                    <a:pt x="30222" y="50325"/>
                  </a:lnTo>
                  <a:lnTo>
                    <a:pt x="30247" y="50317"/>
                  </a:lnTo>
                  <a:lnTo>
                    <a:pt x="30273" y="50317"/>
                  </a:lnTo>
                  <a:lnTo>
                    <a:pt x="30323" y="50308"/>
                  </a:lnTo>
                  <a:lnTo>
                    <a:pt x="30356" y="50300"/>
                  </a:lnTo>
                  <a:lnTo>
                    <a:pt x="30373" y="50300"/>
                  </a:lnTo>
                  <a:lnTo>
                    <a:pt x="30415" y="50292"/>
                  </a:lnTo>
                  <a:lnTo>
                    <a:pt x="30465" y="50292"/>
                  </a:lnTo>
                  <a:lnTo>
                    <a:pt x="30473" y="50283"/>
                  </a:lnTo>
                  <a:lnTo>
                    <a:pt x="30482" y="50283"/>
                  </a:lnTo>
                  <a:lnTo>
                    <a:pt x="30524" y="50275"/>
                  </a:lnTo>
                  <a:lnTo>
                    <a:pt x="30582" y="50275"/>
                  </a:lnTo>
                  <a:lnTo>
                    <a:pt x="30591" y="50266"/>
                  </a:lnTo>
                  <a:lnTo>
                    <a:pt x="30632" y="50266"/>
                  </a:lnTo>
                  <a:lnTo>
                    <a:pt x="30674" y="50258"/>
                  </a:lnTo>
                  <a:lnTo>
                    <a:pt x="30683" y="50258"/>
                  </a:lnTo>
                  <a:lnTo>
                    <a:pt x="30691" y="50250"/>
                  </a:lnTo>
                  <a:lnTo>
                    <a:pt x="30741" y="50250"/>
                  </a:lnTo>
                  <a:lnTo>
                    <a:pt x="30783" y="50241"/>
                  </a:lnTo>
                  <a:lnTo>
                    <a:pt x="30791" y="50241"/>
                  </a:lnTo>
                  <a:lnTo>
                    <a:pt x="30800" y="50233"/>
                  </a:lnTo>
                  <a:cubicBezTo>
                    <a:pt x="30833" y="50233"/>
                    <a:pt x="30858" y="50225"/>
                    <a:pt x="30883" y="50225"/>
                  </a:cubicBezTo>
                  <a:lnTo>
                    <a:pt x="30892" y="50225"/>
                  </a:lnTo>
                  <a:lnTo>
                    <a:pt x="30909" y="50216"/>
                  </a:lnTo>
                  <a:lnTo>
                    <a:pt x="30942" y="50216"/>
                  </a:lnTo>
                  <a:lnTo>
                    <a:pt x="30992" y="50208"/>
                  </a:lnTo>
                  <a:lnTo>
                    <a:pt x="31001" y="50199"/>
                  </a:lnTo>
                  <a:lnTo>
                    <a:pt x="31017" y="50199"/>
                  </a:lnTo>
                  <a:lnTo>
                    <a:pt x="31059" y="50191"/>
                  </a:lnTo>
                  <a:lnTo>
                    <a:pt x="31093" y="50191"/>
                  </a:lnTo>
                  <a:lnTo>
                    <a:pt x="31118" y="50183"/>
                  </a:lnTo>
                  <a:lnTo>
                    <a:pt x="31135" y="50183"/>
                  </a:lnTo>
                  <a:lnTo>
                    <a:pt x="31151" y="50174"/>
                  </a:lnTo>
                  <a:lnTo>
                    <a:pt x="31185" y="50174"/>
                  </a:lnTo>
                  <a:lnTo>
                    <a:pt x="31193" y="50166"/>
                  </a:lnTo>
                  <a:lnTo>
                    <a:pt x="31235" y="50166"/>
                  </a:lnTo>
                  <a:lnTo>
                    <a:pt x="31243" y="50158"/>
                  </a:lnTo>
                  <a:lnTo>
                    <a:pt x="31268" y="50158"/>
                  </a:lnTo>
                  <a:lnTo>
                    <a:pt x="31294" y="50149"/>
                  </a:lnTo>
                  <a:lnTo>
                    <a:pt x="31327" y="50149"/>
                  </a:lnTo>
                  <a:lnTo>
                    <a:pt x="31352" y="50141"/>
                  </a:lnTo>
                  <a:lnTo>
                    <a:pt x="31369" y="50141"/>
                  </a:lnTo>
                  <a:lnTo>
                    <a:pt x="31386" y="50133"/>
                  </a:lnTo>
                  <a:lnTo>
                    <a:pt x="31419" y="50133"/>
                  </a:lnTo>
                  <a:lnTo>
                    <a:pt x="31427" y="50124"/>
                  </a:lnTo>
                  <a:lnTo>
                    <a:pt x="31444" y="50124"/>
                  </a:lnTo>
                  <a:lnTo>
                    <a:pt x="31461" y="50116"/>
                  </a:lnTo>
                  <a:lnTo>
                    <a:pt x="31503" y="50116"/>
                  </a:lnTo>
                  <a:lnTo>
                    <a:pt x="31520" y="50107"/>
                  </a:lnTo>
                  <a:lnTo>
                    <a:pt x="31545" y="50107"/>
                  </a:lnTo>
                  <a:lnTo>
                    <a:pt x="31553" y="50099"/>
                  </a:lnTo>
                  <a:cubicBezTo>
                    <a:pt x="31586" y="50099"/>
                    <a:pt x="31612" y="50091"/>
                    <a:pt x="31637" y="50082"/>
                  </a:cubicBezTo>
                  <a:lnTo>
                    <a:pt x="31695" y="50074"/>
                  </a:lnTo>
                  <a:lnTo>
                    <a:pt x="31720" y="50066"/>
                  </a:lnTo>
                  <a:lnTo>
                    <a:pt x="31737" y="50066"/>
                  </a:lnTo>
                  <a:cubicBezTo>
                    <a:pt x="31762" y="50057"/>
                    <a:pt x="31787" y="50057"/>
                    <a:pt x="31821" y="50049"/>
                  </a:cubicBezTo>
                  <a:lnTo>
                    <a:pt x="31829" y="50049"/>
                  </a:lnTo>
                  <a:lnTo>
                    <a:pt x="31863" y="50040"/>
                  </a:lnTo>
                  <a:lnTo>
                    <a:pt x="31905" y="50032"/>
                  </a:lnTo>
                  <a:lnTo>
                    <a:pt x="31913" y="50024"/>
                  </a:lnTo>
                  <a:cubicBezTo>
                    <a:pt x="31946" y="50024"/>
                    <a:pt x="31971" y="50015"/>
                    <a:pt x="31997" y="50007"/>
                  </a:cubicBezTo>
                  <a:lnTo>
                    <a:pt x="32013" y="50007"/>
                  </a:lnTo>
                  <a:cubicBezTo>
                    <a:pt x="32072" y="49990"/>
                    <a:pt x="32122" y="49982"/>
                    <a:pt x="32181" y="49965"/>
                  </a:cubicBezTo>
                  <a:lnTo>
                    <a:pt x="32197" y="49965"/>
                  </a:lnTo>
                  <a:cubicBezTo>
                    <a:pt x="32223" y="49957"/>
                    <a:pt x="32248" y="49948"/>
                    <a:pt x="32273" y="49948"/>
                  </a:cubicBezTo>
                  <a:lnTo>
                    <a:pt x="32281" y="49948"/>
                  </a:lnTo>
                  <a:lnTo>
                    <a:pt x="32281" y="49940"/>
                  </a:lnTo>
                  <a:lnTo>
                    <a:pt x="32323" y="49932"/>
                  </a:lnTo>
                  <a:lnTo>
                    <a:pt x="32356" y="49923"/>
                  </a:lnTo>
                  <a:lnTo>
                    <a:pt x="32373" y="49923"/>
                  </a:lnTo>
                  <a:lnTo>
                    <a:pt x="32449" y="49907"/>
                  </a:lnTo>
                  <a:lnTo>
                    <a:pt x="32457" y="49898"/>
                  </a:lnTo>
                  <a:lnTo>
                    <a:pt x="32465" y="49898"/>
                  </a:lnTo>
                  <a:lnTo>
                    <a:pt x="32490" y="49890"/>
                  </a:lnTo>
                  <a:lnTo>
                    <a:pt x="32549" y="49881"/>
                  </a:lnTo>
                  <a:cubicBezTo>
                    <a:pt x="32574" y="49873"/>
                    <a:pt x="32608" y="49865"/>
                    <a:pt x="32633" y="49856"/>
                  </a:cubicBezTo>
                  <a:lnTo>
                    <a:pt x="32649" y="49856"/>
                  </a:lnTo>
                  <a:cubicBezTo>
                    <a:pt x="32674" y="49848"/>
                    <a:pt x="32700" y="49840"/>
                    <a:pt x="32725" y="49831"/>
                  </a:cubicBezTo>
                  <a:lnTo>
                    <a:pt x="32741" y="49831"/>
                  </a:lnTo>
                  <a:lnTo>
                    <a:pt x="32775" y="49823"/>
                  </a:lnTo>
                  <a:lnTo>
                    <a:pt x="32808" y="49814"/>
                  </a:lnTo>
                  <a:lnTo>
                    <a:pt x="32817" y="49806"/>
                  </a:lnTo>
                  <a:lnTo>
                    <a:pt x="32825" y="49806"/>
                  </a:lnTo>
                  <a:cubicBezTo>
                    <a:pt x="32850" y="49798"/>
                    <a:pt x="32875" y="49789"/>
                    <a:pt x="32900" y="49789"/>
                  </a:cubicBezTo>
                  <a:lnTo>
                    <a:pt x="32909" y="49781"/>
                  </a:lnTo>
                  <a:lnTo>
                    <a:pt x="32917" y="49781"/>
                  </a:lnTo>
                  <a:lnTo>
                    <a:pt x="32951" y="49773"/>
                  </a:lnTo>
                  <a:lnTo>
                    <a:pt x="32993" y="49764"/>
                  </a:lnTo>
                  <a:lnTo>
                    <a:pt x="33001" y="49756"/>
                  </a:lnTo>
                  <a:cubicBezTo>
                    <a:pt x="33026" y="49756"/>
                    <a:pt x="33051" y="49748"/>
                    <a:pt x="33076" y="49739"/>
                  </a:cubicBezTo>
                  <a:lnTo>
                    <a:pt x="33093" y="49739"/>
                  </a:lnTo>
                  <a:lnTo>
                    <a:pt x="33101" y="49731"/>
                  </a:lnTo>
                  <a:cubicBezTo>
                    <a:pt x="33126" y="49722"/>
                    <a:pt x="33152" y="49722"/>
                    <a:pt x="33177" y="49714"/>
                  </a:cubicBezTo>
                  <a:lnTo>
                    <a:pt x="33177" y="49706"/>
                  </a:lnTo>
                  <a:lnTo>
                    <a:pt x="33227" y="49697"/>
                  </a:lnTo>
                  <a:lnTo>
                    <a:pt x="33252" y="49689"/>
                  </a:lnTo>
                  <a:lnTo>
                    <a:pt x="33260" y="49689"/>
                  </a:lnTo>
                  <a:lnTo>
                    <a:pt x="33269" y="49681"/>
                  </a:lnTo>
                  <a:cubicBezTo>
                    <a:pt x="33294" y="49672"/>
                    <a:pt x="33327" y="49672"/>
                    <a:pt x="33352" y="49664"/>
                  </a:cubicBezTo>
                  <a:lnTo>
                    <a:pt x="33361" y="49655"/>
                  </a:lnTo>
                  <a:lnTo>
                    <a:pt x="33403" y="49647"/>
                  </a:lnTo>
                  <a:lnTo>
                    <a:pt x="33428" y="49639"/>
                  </a:lnTo>
                  <a:lnTo>
                    <a:pt x="33436" y="49630"/>
                  </a:lnTo>
                  <a:lnTo>
                    <a:pt x="33444" y="49630"/>
                  </a:lnTo>
                  <a:cubicBezTo>
                    <a:pt x="33470" y="49622"/>
                    <a:pt x="33495" y="49614"/>
                    <a:pt x="33520" y="49614"/>
                  </a:cubicBezTo>
                  <a:lnTo>
                    <a:pt x="33528" y="49605"/>
                  </a:lnTo>
                  <a:lnTo>
                    <a:pt x="33537" y="49605"/>
                  </a:lnTo>
                  <a:lnTo>
                    <a:pt x="33570" y="49597"/>
                  </a:lnTo>
                  <a:lnTo>
                    <a:pt x="33603" y="49580"/>
                  </a:lnTo>
                  <a:lnTo>
                    <a:pt x="33620" y="49580"/>
                  </a:lnTo>
                  <a:cubicBezTo>
                    <a:pt x="33645" y="49572"/>
                    <a:pt x="33670" y="49563"/>
                    <a:pt x="33696" y="49555"/>
                  </a:cubicBezTo>
                  <a:lnTo>
                    <a:pt x="33712" y="49555"/>
                  </a:lnTo>
                  <a:lnTo>
                    <a:pt x="33737" y="49547"/>
                  </a:lnTo>
                  <a:lnTo>
                    <a:pt x="33779" y="49530"/>
                  </a:lnTo>
                  <a:lnTo>
                    <a:pt x="33788" y="49530"/>
                  </a:lnTo>
                  <a:cubicBezTo>
                    <a:pt x="33813" y="49522"/>
                    <a:pt x="33838" y="49513"/>
                    <a:pt x="33863" y="49505"/>
                  </a:cubicBezTo>
                  <a:lnTo>
                    <a:pt x="33871" y="49496"/>
                  </a:lnTo>
                  <a:lnTo>
                    <a:pt x="33880" y="49496"/>
                  </a:lnTo>
                  <a:cubicBezTo>
                    <a:pt x="33905" y="49488"/>
                    <a:pt x="33938" y="49480"/>
                    <a:pt x="33963" y="49471"/>
                  </a:cubicBezTo>
                  <a:lnTo>
                    <a:pt x="34014" y="49455"/>
                  </a:lnTo>
                  <a:lnTo>
                    <a:pt x="34039" y="49446"/>
                  </a:lnTo>
                  <a:lnTo>
                    <a:pt x="34047" y="49446"/>
                  </a:lnTo>
                  <a:lnTo>
                    <a:pt x="34055" y="49438"/>
                  </a:lnTo>
                  <a:cubicBezTo>
                    <a:pt x="34081" y="49429"/>
                    <a:pt x="34106" y="49421"/>
                    <a:pt x="34131" y="49413"/>
                  </a:cubicBezTo>
                  <a:lnTo>
                    <a:pt x="34139" y="49413"/>
                  </a:lnTo>
                  <a:lnTo>
                    <a:pt x="34181" y="49396"/>
                  </a:lnTo>
                  <a:lnTo>
                    <a:pt x="34214" y="49388"/>
                  </a:lnTo>
                  <a:lnTo>
                    <a:pt x="34223" y="49388"/>
                  </a:lnTo>
                  <a:lnTo>
                    <a:pt x="34223" y="49379"/>
                  </a:lnTo>
                  <a:cubicBezTo>
                    <a:pt x="34248" y="49371"/>
                    <a:pt x="34273" y="49363"/>
                    <a:pt x="34298" y="49354"/>
                  </a:cubicBezTo>
                  <a:lnTo>
                    <a:pt x="34315" y="49354"/>
                  </a:lnTo>
                  <a:lnTo>
                    <a:pt x="34348" y="49337"/>
                  </a:lnTo>
                  <a:lnTo>
                    <a:pt x="34382" y="49329"/>
                  </a:lnTo>
                  <a:lnTo>
                    <a:pt x="34390" y="49321"/>
                  </a:lnTo>
                  <a:lnTo>
                    <a:pt x="34399" y="49321"/>
                  </a:lnTo>
                  <a:cubicBezTo>
                    <a:pt x="34424" y="49312"/>
                    <a:pt x="34449" y="49304"/>
                    <a:pt x="34474" y="49296"/>
                  </a:cubicBezTo>
                  <a:lnTo>
                    <a:pt x="34482" y="49296"/>
                  </a:lnTo>
                  <a:lnTo>
                    <a:pt x="34491" y="49287"/>
                  </a:lnTo>
                  <a:lnTo>
                    <a:pt x="34516" y="49279"/>
                  </a:lnTo>
                  <a:lnTo>
                    <a:pt x="34566" y="49262"/>
                  </a:lnTo>
                  <a:lnTo>
                    <a:pt x="34641" y="49237"/>
                  </a:lnTo>
                  <a:lnTo>
                    <a:pt x="34650" y="49229"/>
                  </a:lnTo>
                  <a:lnTo>
                    <a:pt x="34658" y="49229"/>
                  </a:lnTo>
                  <a:cubicBezTo>
                    <a:pt x="34683" y="49220"/>
                    <a:pt x="34708" y="49212"/>
                    <a:pt x="34733" y="49204"/>
                  </a:cubicBezTo>
                  <a:lnTo>
                    <a:pt x="34742" y="49204"/>
                  </a:lnTo>
                  <a:lnTo>
                    <a:pt x="34742" y="49195"/>
                  </a:lnTo>
                  <a:lnTo>
                    <a:pt x="34792" y="49178"/>
                  </a:lnTo>
                  <a:lnTo>
                    <a:pt x="34817" y="49170"/>
                  </a:lnTo>
                  <a:lnTo>
                    <a:pt x="34825" y="49170"/>
                  </a:lnTo>
                  <a:lnTo>
                    <a:pt x="34834" y="49162"/>
                  </a:lnTo>
                  <a:cubicBezTo>
                    <a:pt x="34859" y="49153"/>
                    <a:pt x="34884" y="49145"/>
                    <a:pt x="34909" y="49137"/>
                  </a:cubicBezTo>
                  <a:lnTo>
                    <a:pt x="34917" y="49128"/>
                  </a:lnTo>
                  <a:lnTo>
                    <a:pt x="34951" y="49120"/>
                  </a:lnTo>
                  <a:lnTo>
                    <a:pt x="34984" y="49103"/>
                  </a:lnTo>
                  <a:lnTo>
                    <a:pt x="35001" y="49103"/>
                  </a:lnTo>
                  <a:cubicBezTo>
                    <a:pt x="35026" y="49095"/>
                    <a:pt x="35051" y="49078"/>
                    <a:pt x="35076" y="49070"/>
                  </a:cubicBezTo>
                  <a:lnTo>
                    <a:pt x="35085" y="49070"/>
                  </a:lnTo>
                  <a:lnTo>
                    <a:pt x="35093" y="49061"/>
                  </a:lnTo>
                  <a:lnTo>
                    <a:pt x="35118" y="49053"/>
                  </a:lnTo>
                  <a:lnTo>
                    <a:pt x="35169" y="49036"/>
                  </a:lnTo>
                  <a:cubicBezTo>
                    <a:pt x="35194" y="49028"/>
                    <a:pt x="35219" y="49011"/>
                    <a:pt x="35244" y="49003"/>
                  </a:cubicBezTo>
                  <a:lnTo>
                    <a:pt x="35252" y="49003"/>
                  </a:lnTo>
                  <a:lnTo>
                    <a:pt x="35261" y="48994"/>
                  </a:lnTo>
                  <a:cubicBezTo>
                    <a:pt x="35286" y="48986"/>
                    <a:pt x="35311" y="48978"/>
                    <a:pt x="35336" y="48969"/>
                  </a:cubicBezTo>
                  <a:lnTo>
                    <a:pt x="35344" y="48961"/>
                  </a:lnTo>
                  <a:lnTo>
                    <a:pt x="35386" y="48944"/>
                  </a:lnTo>
                  <a:lnTo>
                    <a:pt x="35411" y="48936"/>
                  </a:lnTo>
                  <a:lnTo>
                    <a:pt x="35428" y="48936"/>
                  </a:lnTo>
                  <a:lnTo>
                    <a:pt x="35428" y="48927"/>
                  </a:lnTo>
                  <a:cubicBezTo>
                    <a:pt x="35453" y="48919"/>
                    <a:pt x="35478" y="48911"/>
                    <a:pt x="35503" y="48902"/>
                  </a:cubicBezTo>
                  <a:lnTo>
                    <a:pt x="35512" y="48894"/>
                  </a:lnTo>
                  <a:lnTo>
                    <a:pt x="35520" y="48894"/>
                  </a:lnTo>
                  <a:lnTo>
                    <a:pt x="35554" y="48877"/>
                  </a:lnTo>
                  <a:lnTo>
                    <a:pt x="35587" y="48869"/>
                  </a:lnTo>
                  <a:lnTo>
                    <a:pt x="35595" y="48860"/>
                  </a:lnTo>
                  <a:cubicBezTo>
                    <a:pt x="35620" y="48852"/>
                    <a:pt x="35646" y="48835"/>
                    <a:pt x="35671" y="48827"/>
                  </a:cubicBezTo>
                  <a:lnTo>
                    <a:pt x="35679" y="48827"/>
                  </a:lnTo>
                  <a:lnTo>
                    <a:pt x="35687" y="48819"/>
                  </a:lnTo>
                  <a:lnTo>
                    <a:pt x="35713" y="48810"/>
                  </a:lnTo>
                  <a:lnTo>
                    <a:pt x="35763" y="48793"/>
                  </a:lnTo>
                  <a:lnTo>
                    <a:pt x="35763" y="48785"/>
                  </a:lnTo>
                  <a:cubicBezTo>
                    <a:pt x="35788" y="48785"/>
                    <a:pt x="35805" y="48777"/>
                    <a:pt x="35821" y="48768"/>
                  </a:cubicBezTo>
                  <a:lnTo>
                    <a:pt x="35872" y="48743"/>
                  </a:lnTo>
                  <a:lnTo>
                    <a:pt x="35880" y="48743"/>
                  </a:lnTo>
                  <a:lnTo>
                    <a:pt x="35897" y="48735"/>
                  </a:lnTo>
                  <a:lnTo>
                    <a:pt x="35930" y="48718"/>
                  </a:lnTo>
                  <a:lnTo>
                    <a:pt x="35938" y="48718"/>
                  </a:lnTo>
                  <a:lnTo>
                    <a:pt x="35955" y="48710"/>
                  </a:lnTo>
                  <a:lnTo>
                    <a:pt x="35980" y="48693"/>
                  </a:lnTo>
                  <a:lnTo>
                    <a:pt x="35989" y="48693"/>
                  </a:lnTo>
                  <a:lnTo>
                    <a:pt x="36014" y="48685"/>
                  </a:lnTo>
                  <a:lnTo>
                    <a:pt x="36039" y="48668"/>
                  </a:lnTo>
                  <a:lnTo>
                    <a:pt x="36047" y="48668"/>
                  </a:lnTo>
                  <a:lnTo>
                    <a:pt x="36064" y="48660"/>
                  </a:lnTo>
                  <a:lnTo>
                    <a:pt x="36089" y="48643"/>
                  </a:lnTo>
                  <a:lnTo>
                    <a:pt x="36106" y="48643"/>
                  </a:lnTo>
                  <a:lnTo>
                    <a:pt x="36123" y="48634"/>
                  </a:lnTo>
                  <a:lnTo>
                    <a:pt x="36139" y="48626"/>
                  </a:lnTo>
                  <a:lnTo>
                    <a:pt x="36156" y="48618"/>
                  </a:lnTo>
                  <a:lnTo>
                    <a:pt x="36164" y="48609"/>
                  </a:lnTo>
                  <a:lnTo>
                    <a:pt x="36181" y="48609"/>
                  </a:lnTo>
                  <a:lnTo>
                    <a:pt x="36198" y="48601"/>
                  </a:lnTo>
                  <a:lnTo>
                    <a:pt x="36206" y="48593"/>
                  </a:lnTo>
                  <a:lnTo>
                    <a:pt x="36223" y="48584"/>
                  </a:lnTo>
                  <a:lnTo>
                    <a:pt x="36231" y="48584"/>
                  </a:lnTo>
                  <a:lnTo>
                    <a:pt x="36248" y="48576"/>
                  </a:lnTo>
                  <a:lnTo>
                    <a:pt x="36265" y="48567"/>
                  </a:lnTo>
                  <a:lnTo>
                    <a:pt x="36273" y="48559"/>
                  </a:lnTo>
                  <a:lnTo>
                    <a:pt x="36290" y="48559"/>
                  </a:lnTo>
                  <a:lnTo>
                    <a:pt x="36307" y="48551"/>
                  </a:lnTo>
                  <a:lnTo>
                    <a:pt x="36323" y="48542"/>
                  </a:lnTo>
                  <a:lnTo>
                    <a:pt x="36332" y="48534"/>
                  </a:lnTo>
                  <a:lnTo>
                    <a:pt x="36340" y="48534"/>
                  </a:lnTo>
                  <a:lnTo>
                    <a:pt x="36357" y="48526"/>
                  </a:lnTo>
                  <a:lnTo>
                    <a:pt x="36374" y="48517"/>
                  </a:lnTo>
                  <a:lnTo>
                    <a:pt x="36390" y="48509"/>
                  </a:lnTo>
                  <a:lnTo>
                    <a:pt x="36399" y="48509"/>
                  </a:lnTo>
                  <a:lnTo>
                    <a:pt x="36407" y="48500"/>
                  </a:lnTo>
                  <a:lnTo>
                    <a:pt x="36432" y="48492"/>
                  </a:lnTo>
                  <a:lnTo>
                    <a:pt x="36449" y="48484"/>
                  </a:lnTo>
                  <a:lnTo>
                    <a:pt x="36449" y="48475"/>
                  </a:lnTo>
                  <a:cubicBezTo>
                    <a:pt x="36483" y="48467"/>
                    <a:pt x="36508" y="48450"/>
                    <a:pt x="36533" y="48442"/>
                  </a:cubicBezTo>
                  <a:lnTo>
                    <a:pt x="36541" y="48434"/>
                  </a:lnTo>
                  <a:lnTo>
                    <a:pt x="36549" y="48434"/>
                  </a:lnTo>
                  <a:cubicBezTo>
                    <a:pt x="36575" y="48417"/>
                    <a:pt x="36600" y="48408"/>
                    <a:pt x="36625" y="48400"/>
                  </a:cubicBezTo>
                  <a:lnTo>
                    <a:pt x="36633" y="48392"/>
                  </a:lnTo>
                  <a:lnTo>
                    <a:pt x="36658" y="48383"/>
                  </a:lnTo>
                  <a:lnTo>
                    <a:pt x="36675" y="48375"/>
                  </a:lnTo>
                  <a:lnTo>
                    <a:pt x="36708" y="48358"/>
                  </a:lnTo>
                  <a:lnTo>
                    <a:pt x="36734" y="48341"/>
                  </a:lnTo>
                  <a:lnTo>
                    <a:pt x="36759" y="48333"/>
                  </a:lnTo>
                  <a:lnTo>
                    <a:pt x="36775" y="48325"/>
                  </a:lnTo>
                  <a:lnTo>
                    <a:pt x="36801" y="48316"/>
                  </a:lnTo>
                  <a:lnTo>
                    <a:pt x="36826" y="48300"/>
                  </a:lnTo>
                  <a:lnTo>
                    <a:pt x="36867" y="48283"/>
                  </a:lnTo>
                  <a:lnTo>
                    <a:pt x="36884" y="48266"/>
                  </a:lnTo>
                  <a:lnTo>
                    <a:pt x="36893" y="48266"/>
                  </a:lnTo>
                  <a:cubicBezTo>
                    <a:pt x="36993" y="48216"/>
                    <a:pt x="37093" y="48166"/>
                    <a:pt x="37202" y="48107"/>
                  </a:cubicBezTo>
                  <a:cubicBezTo>
                    <a:pt x="39696" y="46810"/>
                    <a:pt x="41948" y="45036"/>
                    <a:pt x="43789" y="42893"/>
                  </a:cubicBezTo>
                  <a:cubicBezTo>
                    <a:pt x="47053" y="39102"/>
                    <a:pt x="49003" y="34223"/>
                    <a:pt x="49396" y="29226"/>
                  </a:cubicBezTo>
                  <a:cubicBezTo>
                    <a:pt x="49723" y="25092"/>
                    <a:pt x="48844" y="20606"/>
                    <a:pt x="45998" y="17643"/>
                  </a:cubicBezTo>
                  <a:cubicBezTo>
                    <a:pt x="45990" y="17601"/>
                    <a:pt x="45982" y="17559"/>
                    <a:pt x="45973" y="17517"/>
                  </a:cubicBezTo>
                  <a:cubicBezTo>
                    <a:pt x="45948" y="17425"/>
                    <a:pt x="45931" y="17342"/>
                    <a:pt x="45906" y="17258"/>
                  </a:cubicBezTo>
                  <a:cubicBezTo>
                    <a:pt x="45814" y="16865"/>
                    <a:pt x="45714" y="16488"/>
                    <a:pt x="45597" y="16103"/>
                  </a:cubicBezTo>
                  <a:cubicBezTo>
                    <a:pt x="45488" y="15735"/>
                    <a:pt x="45371" y="15375"/>
                    <a:pt x="45237" y="15015"/>
                  </a:cubicBezTo>
                  <a:cubicBezTo>
                    <a:pt x="45212" y="14931"/>
                    <a:pt x="45178" y="14856"/>
                    <a:pt x="45153" y="14772"/>
                  </a:cubicBezTo>
                  <a:cubicBezTo>
                    <a:pt x="45136" y="14739"/>
                    <a:pt x="45120" y="14697"/>
                    <a:pt x="45103" y="14655"/>
                  </a:cubicBezTo>
                  <a:cubicBezTo>
                    <a:pt x="45111" y="14630"/>
                    <a:pt x="45111" y="14605"/>
                    <a:pt x="45120" y="14580"/>
                  </a:cubicBezTo>
                  <a:cubicBezTo>
                    <a:pt x="45128" y="14513"/>
                    <a:pt x="45136" y="14446"/>
                    <a:pt x="45145" y="14379"/>
                  </a:cubicBezTo>
                  <a:cubicBezTo>
                    <a:pt x="45153" y="14345"/>
                    <a:pt x="45153" y="14312"/>
                    <a:pt x="45161" y="14279"/>
                  </a:cubicBezTo>
                  <a:lnTo>
                    <a:pt x="45170" y="14228"/>
                  </a:lnTo>
                  <a:cubicBezTo>
                    <a:pt x="45178" y="14119"/>
                    <a:pt x="45187" y="14019"/>
                    <a:pt x="45187" y="13919"/>
                  </a:cubicBezTo>
                  <a:cubicBezTo>
                    <a:pt x="45187" y="13659"/>
                    <a:pt x="45145" y="13400"/>
                    <a:pt x="45053" y="13157"/>
                  </a:cubicBezTo>
                  <a:cubicBezTo>
                    <a:pt x="45011" y="13057"/>
                    <a:pt x="44961" y="12956"/>
                    <a:pt x="44885" y="12872"/>
                  </a:cubicBezTo>
                  <a:cubicBezTo>
                    <a:pt x="44818" y="12789"/>
                    <a:pt x="44718" y="12713"/>
                    <a:pt x="44592" y="12697"/>
                  </a:cubicBezTo>
                  <a:cubicBezTo>
                    <a:pt x="44576" y="12688"/>
                    <a:pt x="44550" y="12688"/>
                    <a:pt x="44534" y="12688"/>
                  </a:cubicBezTo>
                  <a:cubicBezTo>
                    <a:pt x="44375" y="12688"/>
                    <a:pt x="44232" y="12780"/>
                    <a:pt x="44140" y="12898"/>
                  </a:cubicBezTo>
                  <a:cubicBezTo>
                    <a:pt x="44107" y="12814"/>
                    <a:pt x="44048" y="12730"/>
                    <a:pt x="43981" y="12655"/>
                  </a:cubicBezTo>
                  <a:cubicBezTo>
                    <a:pt x="43914" y="12580"/>
                    <a:pt x="43814" y="12513"/>
                    <a:pt x="43697" y="12487"/>
                  </a:cubicBezTo>
                  <a:cubicBezTo>
                    <a:pt x="43663" y="12479"/>
                    <a:pt x="43630" y="12479"/>
                    <a:pt x="43605" y="12479"/>
                  </a:cubicBezTo>
                  <a:cubicBezTo>
                    <a:pt x="43412" y="12479"/>
                    <a:pt x="43236" y="12580"/>
                    <a:pt x="43128" y="12722"/>
                  </a:cubicBezTo>
                  <a:cubicBezTo>
                    <a:pt x="43094" y="12764"/>
                    <a:pt x="43069" y="12806"/>
                    <a:pt x="43044" y="12856"/>
                  </a:cubicBezTo>
                  <a:cubicBezTo>
                    <a:pt x="43044" y="12847"/>
                    <a:pt x="43036" y="12839"/>
                    <a:pt x="43027" y="12831"/>
                  </a:cubicBezTo>
                  <a:cubicBezTo>
                    <a:pt x="42927" y="12713"/>
                    <a:pt x="42810" y="12596"/>
                    <a:pt x="42642" y="12529"/>
                  </a:cubicBezTo>
                  <a:cubicBezTo>
                    <a:pt x="43446" y="12437"/>
                    <a:pt x="44241" y="12303"/>
                    <a:pt x="45028" y="12144"/>
                  </a:cubicBezTo>
                  <a:cubicBezTo>
                    <a:pt x="45923" y="11969"/>
                    <a:pt x="46576" y="11190"/>
                    <a:pt x="46584" y="10278"/>
                  </a:cubicBezTo>
                  <a:cubicBezTo>
                    <a:pt x="46593" y="10027"/>
                    <a:pt x="46593" y="9776"/>
                    <a:pt x="46593" y="9525"/>
                  </a:cubicBezTo>
                  <a:cubicBezTo>
                    <a:pt x="46593" y="6755"/>
                    <a:pt x="46333" y="4260"/>
                    <a:pt x="45747" y="1892"/>
                  </a:cubicBezTo>
                  <a:cubicBezTo>
                    <a:pt x="45572" y="1181"/>
                    <a:pt x="44994" y="628"/>
                    <a:pt x="44274" y="486"/>
                  </a:cubicBezTo>
                  <a:cubicBezTo>
                    <a:pt x="42659" y="160"/>
                    <a:pt x="41019" y="1"/>
                    <a:pt x="39387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152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3" name="Google Shape;353;p32"/>
            <p:cNvGrpSpPr/>
            <p:nvPr/>
          </p:nvGrpSpPr>
          <p:grpSpPr>
            <a:xfrm>
              <a:off x="6880641" y="2739764"/>
              <a:ext cx="2312242" cy="2352779"/>
              <a:chOff x="6896700" y="2924325"/>
              <a:chExt cx="1243475" cy="1265275"/>
            </a:xfrm>
          </p:grpSpPr>
          <p:sp>
            <p:nvSpPr>
              <p:cNvPr id="354" name="Google Shape;354;p32"/>
              <p:cNvSpPr/>
              <p:nvPr/>
            </p:nvSpPr>
            <p:spPr>
              <a:xfrm>
                <a:off x="7530450" y="3109075"/>
                <a:ext cx="61550" cy="60925"/>
              </a:xfrm>
              <a:custGeom>
                <a:rect b="b" l="l" r="r" t="t"/>
                <a:pathLst>
                  <a:path extrusionOk="0" h="2437" w="2462">
                    <a:moveTo>
                      <a:pt x="1114" y="1"/>
                    </a:moveTo>
                    <a:cubicBezTo>
                      <a:pt x="779" y="444"/>
                      <a:pt x="411" y="854"/>
                      <a:pt x="1" y="1239"/>
                    </a:cubicBezTo>
                    <a:cubicBezTo>
                      <a:pt x="838" y="1608"/>
                      <a:pt x="1650" y="2018"/>
                      <a:pt x="2461" y="2436"/>
                    </a:cubicBezTo>
                    <a:cubicBezTo>
                      <a:pt x="1809" y="1733"/>
                      <a:pt x="1331" y="905"/>
                      <a:pt x="11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32"/>
              <p:cNvSpPr/>
              <p:nvPr/>
            </p:nvSpPr>
            <p:spPr>
              <a:xfrm>
                <a:off x="6896700" y="3095525"/>
                <a:ext cx="1243475" cy="1091525"/>
              </a:xfrm>
              <a:custGeom>
                <a:rect b="b" l="l" r="r" t="t"/>
                <a:pathLst>
                  <a:path extrusionOk="0" h="43661" w="49739">
                    <a:moveTo>
                      <a:pt x="17441" y="1"/>
                    </a:moveTo>
                    <a:cubicBezTo>
                      <a:pt x="15126" y="1"/>
                      <a:pt x="12813" y="444"/>
                      <a:pt x="10679" y="1338"/>
                    </a:cubicBezTo>
                    <a:cubicBezTo>
                      <a:pt x="7022" y="2861"/>
                      <a:pt x="3917" y="5715"/>
                      <a:pt x="2160" y="9272"/>
                    </a:cubicBezTo>
                    <a:cubicBezTo>
                      <a:pt x="343" y="12971"/>
                      <a:pt x="0" y="17248"/>
                      <a:pt x="410" y="21349"/>
                    </a:cubicBezTo>
                    <a:cubicBezTo>
                      <a:pt x="921" y="26404"/>
                      <a:pt x="2620" y="31492"/>
                      <a:pt x="6051" y="35233"/>
                    </a:cubicBezTo>
                    <a:cubicBezTo>
                      <a:pt x="9014" y="38464"/>
                      <a:pt x="13065" y="40498"/>
                      <a:pt x="17216" y="41879"/>
                    </a:cubicBezTo>
                    <a:cubicBezTo>
                      <a:pt x="20455" y="42948"/>
                      <a:pt x="23860" y="43661"/>
                      <a:pt x="27254" y="43661"/>
                    </a:cubicBezTo>
                    <a:cubicBezTo>
                      <a:pt x="28507" y="43661"/>
                      <a:pt x="29759" y="43564"/>
                      <a:pt x="31000" y="43352"/>
                    </a:cubicBezTo>
                    <a:cubicBezTo>
                      <a:pt x="35938" y="42515"/>
                      <a:pt x="40524" y="39845"/>
                      <a:pt x="43788" y="36045"/>
                    </a:cubicBezTo>
                    <a:cubicBezTo>
                      <a:pt x="47052" y="32254"/>
                      <a:pt x="49002" y="27375"/>
                      <a:pt x="49396" y="22378"/>
                    </a:cubicBezTo>
                    <a:cubicBezTo>
                      <a:pt x="49739" y="18026"/>
                      <a:pt x="48751" y="13297"/>
                      <a:pt x="45537" y="10343"/>
                    </a:cubicBezTo>
                    <a:cubicBezTo>
                      <a:pt x="42357" y="7422"/>
                      <a:pt x="37419" y="7782"/>
                      <a:pt x="33343" y="5866"/>
                    </a:cubicBezTo>
                    <a:cubicBezTo>
                      <a:pt x="29661" y="4141"/>
                      <a:pt x="26246" y="1781"/>
                      <a:pt x="22338" y="677"/>
                    </a:cubicBezTo>
                    <a:cubicBezTo>
                      <a:pt x="20748" y="227"/>
                      <a:pt x="19094" y="1"/>
                      <a:pt x="1744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32"/>
              <p:cNvSpPr/>
              <p:nvPr/>
            </p:nvSpPr>
            <p:spPr>
              <a:xfrm>
                <a:off x="7517175" y="3151150"/>
                <a:ext cx="18525" cy="16125"/>
              </a:xfrm>
              <a:custGeom>
                <a:rect b="b" l="l" r="r" t="t"/>
                <a:pathLst>
                  <a:path extrusionOk="0" h="645" w="741">
                    <a:moveTo>
                      <a:pt x="381" y="1"/>
                    </a:moveTo>
                    <a:cubicBezTo>
                      <a:pt x="194" y="1"/>
                      <a:pt x="1" y="181"/>
                      <a:pt x="30" y="368"/>
                    </a:cubicBezTo>
                    <a:cubicBezTo>
                      <a:pt x="54" y="530"/>
                      <a:pt x="219" y="644"/>
                      <a:pt x="378" y="644"/>
                    </a:cubicBezTo>
                    <a:cubicBezTo>
                      <a:pt x="442" y="644"/>
                      <a:pt x="504" y="626"/>
                      <a:pt x="557" y="586"/>
                    </a:cubicBezTo>
                    <a:cubicBezTo>
                      <a:pt x="741" y="452"/>
                      <a:pt x="708" y="109"/>
                      <a:pt x="473" y="17"/>
                    </a:cubicBezTo>
                    <a:cubicBezTo>
                      <a:pt x="443" y="6"/>
                      <a:pt x="413" y="1"/>
                      <a:pt x="38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32"/>
              <p:cNvSpPr/>
              <p:nvPr/>
            </p:nvSpPr>
            <p:spPr>
              <a:xfrm>
                <a:off x="7515400" y="3148625"/>
                <a:ext cx="21150" cy="21150"/>
              </a:xfrm>
              <a:custGeom>
                <a:rect b="b" l="l" r="r" t="t"/>
                <a:pathLst>
                  <a:path extrusionOk="0" h="846" w="846">
                    <a:moveTo>
                      <a:pt x="428" y="208"/>
                    </a:moveTo>
                    <a:cubicBezTo>
                      <a:pt x="433" y="208"/>
                      <a:pt x="439" y="209"/>
                      <a:pt x="444" y="210"/>
                    </a:cubicBezTo>
                    <a:cubicBezTo>
                      <a:pt x="469" y="210"/>
                      <a:pt x="486" y="210"/>
                      <a:pt x="511" y="218"/>
                    </a:cubicBezTo>
                    <a:cubicBezTo>
                      <a:pt x="553" y="235"/>
                      <a:pt x="578" y="260"/>
                      <a:pt x="603" y="302"/>
                    </a:cubicBezTo>
                    <a:cubicBezTo>
                      <a:pt x="628" y="335"/>
                      <a:pt x="636" y="385"/>
                      <a:pt x="636" y="436"/>
                    </a:cubicBezTo>
                    <a:cubicBezTo>
                      <a:pt x="636" y="503"/>
                      <a:pt x="611" y="570"/>
                      <a:pt x="561" y="603"/>
                    </a:cubicBezTo>
                    <a:cubicBezTo>
                      <a:pt x="536" y="628"/>
                      <a:pt x="494" y="637"/>
                      <a:pt x="452" y="637"/>
                    </a:cubicBezTo>
                    <a:cubicBezTo>
                      <a:pt x="444" y="638"/>
                      <a:pt x="437" y="638"/>
                      <a:pt x="429" y="638"/>
                    </a:cubicBezTo>
                    <a:cubicBezTo>
                      <a:pt x="378" y="638"/>
                      <a:pt x="328" y="615"/>
                      <a:pt x="285" y="586"/>
                    </a:cubicBezTo>
                    <a:cubicBezTo>
                      <a:pt x="243" y="553"/>
                      <a:pt x="218" y="503"/>
                      <a:pt x="209" y="461"/>
                    </a:cubicBezTo>
                    <a:lnTo>
                      <a:pt x="201" y="436"/>
                    </a:lnTo>
                    <a:cubicBezTo>
                      <a:pt x="201" y="377"/>
                      <a:pt x="235" y="327"/>
                      <a:pt x="276" y="277"/>
                    </a:cubicBezTo>
                    <a:cubicBezTo>
                      <a:pt x="321" y="239"/>
                      <a:pt x="380" y="208"/>
                      <a:pt x="428" y="208"/>
                    </a:cubicBezTo>
                    <a:close/>
                    <a:moveTo>
                      <a:pt x="444" y="0"/>
                    </a:moveTo>
                    <a:cubicBezTo>
                      <a:pt x="327" y="0"/>
                      <a:pt x="218" y="51"/>
                      <a:pt x="134" y="126"/>
                    </a:cubicBezTo>
                    <a:cubicBezTo>
                      <a:pt x="59" y="201"/>
                      <a:pt x="0" y="310"/>
                      <a:pt x="0" y="436"/>
                    </a:cubicBezTo>
                    <a:lnTo>
                      <a:pt x="0" y="486"/>
                    </a:lnTo>
                    <a:cubicBezTo>
                      <a:pt x="17" y="603"/>
                      <a:pt x="84" y="695"/>
                      <a:pt x="168" y="754"/>
                    </a:cubicBezTo>
                    <a:cubicBezTo>
                      <a:pt x="243" y="812"/>
                      <a:pt x="343" y="846"/>
                      <a:pt x="452" y="846"/>
                    </a:cubicBezTo>
                    <a:cubicBezTo>
                      <a:pt x="536" y="846"/>
                      <a:pt x="620" y="829"/>
                      <a:pt x="686" y="770"/>
                    </a:cubicBezTo>
                    <a:cubicBezTo>
                      <a:pt x="804" y="687"/>
                      <a:pt x="845" y="561"/>
                      <a:pt x="845" y="436"/>
                    </a:cubicBezTo>
                    <a:cubicBezTo>
                      <a:pt x="845" y="352"/>
                      <a:pt x="829" y="268"/>
                      <a:pt x="787" y="193"/>
                    </a:cubicBezTo>
                    <a:cubicBezTo>
                      <a:pt x="737" y="118"/>
                      <a:pt x="670" y="59"/>
                      <a:pt x="578" y="26"/>
                    </a:cubicBezTo>
                    <a:cubicBezTo>
                      <a:pt x="536" y="9"/>
                      <a:pt x="494" y="0"/>
                      <a:pt x="4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32"/>
              <p:cNvSpPr/>
              <p:nvPr/>
            </p:nvSpPr>
            <p:spPr>
              <a:xfrm>
                <a:off x="7719600" y="2927075"/>
                <a:ext cx="340225" cy="356950"/>
              </a:xfrm>
              <a:custGeom>
                <a:rect b="b" l="l" r="r" t="t"/>
                <a:pathLst>
                  <a:path extrusionOk="0" h="14278" w="13609">
                    <a:moveTo>
                      <a:pt x="6475" y="0"/>
                    </a:moveTo>
                    <a:cubicBezTo>
                      <a:pt x="4882" y="0"/>
                      <a:pt x="3290" y="149"/>
                      <a:pt x="1725" y="435"/>
                    </a:cubicBezTo>
                    <a:cubicBezTo>
                      <a:pt x="904" y="585"/>
                      <a:pt x="285" y="1263"/>
                      <a:pt x="227" y="2083"/>
                    </a:cubicBezTo>
                    <a:cubicBezTo>
                      <a:pt x="1" y="4904"/>
                      <a:pt x="9" y="7707"/>
                      <a:pt x="235" y="10503"/>
                    </a:cubicBezTo>
                    <a:cubicBezTo>
                      <a:pt x="302" y="11340"/>
                      <a:pt x="946" y="12018"/>
                      <a:pt x="1783" y="12152"/>
                    </a:cubicBezTo>
                    <a:cubicBezTo>
                      <a:pt x="1900" y="12168"/>
                      <a:pt x="2009" y="12185"/>
                      <a:pt x="2126" y="12202"/>
                    </a:cubicBezTo>
                    <a:cubicBezTo>
                      <a:pt x="2118" y="12863"/>
                      <a:pt x="2118" y="13533"/>
                      <a:pt x="2126" y="14277"/>
                    </a:cubicBezTo>
                    <a:cubicBezTo>
                      <a:pt x="2662" y="13683"/>
                      <a:pt x="3139" y="13047"/>
                      <a:pt x="3574" y="12378"/>
                    </a:cubicBezTo>
                    <a:cubicBezTo>
                      <a:pt x="4482" y="12463"/>
                      <a:pt x="5394" y="12506"/>
                      <a:pt x="6307" y="12506"/>
                    </a:cubicBezTo>
                    <a:cubicBezTo>
                      <a:pt x="8246" y="12506"/>
                      <a:pt x="10188" y="12313"/>
                      <a:pt x="12094" y="11926"/>
                    </a:cubicBezTo>
                    <a:cubicBezTo>
                      <a:pt x="12939" y="11758"/>
                      <a:pt x="13550" y="11022"/>
                      <a:pt x="13559" y="10160"/>
                    </a:cubicBezTo>
                    <a:cubicBezTo>
                      <a:pt x="13609" y="7097"/>
                      <a:pt x="13358" y="4385"/>
                      <a:pt x="12722" y="1807"/>
                    </a:cubicBezTo>
                    <a:cubicBezTo>
                      <a:pt x="12554" y="1138"/>
                      <a:pt x="12010" y="619"/>
                      <a:pt x="11333" y="476"/>
                    </a:cubicBezTo>
                    <a:cubicBezTo>
                      <a:pt x="9730" y="155"/>
                      <a:pt x="8102" y="0"/>
                      <a:pt x="647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32"/>
              <p:cNvSpPr/>
              <p:nvPr/>
            </p:nvSpPr>
            <p:spPr>
              <a:xfrm>
                <a:off x="7718350" y="2924325"/>
                <a:ext cx="343150" cy="362425"/>
              </a:xfrm>
              <a:custGeom>
                <a:rect b="b" l="l" r="r" t="t"/>
                <a:pathLst>
                  <a:path extrusionOk="0" h="14497" w="13726">
                    <a:moveTo>
                      <a:pt x="6520" y="1"/>
                    </a:moveTo>
                    <a:cubicBezTo>
                      <a:pt x="5750" y="1"/>
                      <a:pt x="4988" y="34"/>
                      <a:pt x="4227" y="101"/>
                    </a:cubicBezTo>
                    <a:cubicBezTo>
                      <a:pt x="4168" y="109"/>
                      <a:pt x="4126" y="160"/>
                      <a:pt x="4126" y="218"/>
                    </a:cubicBezTo>
                    <a:cubicBezTo>
                      <a:pt x="4134" y="279"/>
                      <a:pt x="4177" y="320"/>
                      <a:pt x="4235" y="320"/>
                    </a:cubicBezTo>
                    <a:cubicBezTo>
                      <a:pt x="4241" y="320"/>
                      <a:pt x="4246" y="319"/>
                      <a:pt x="4252" y="319"/>
                    </a:cubicBezTo>
                    <a:cubicBezTo>
                      <a:pt x="5005" y="252"/>
                      <a:pt x="5758" y="218"/>
                      <a:pt x="6520" y="218"/>
                    </a:cubicBezTo>
                    <a:cubicBezTo>
                      <a:pt x="8144" y="218"/>
                      <a:pt x="9767" y="377"/>
                      <a:pt x="11366" y="695"/>
                    </a:cubicBezTo>
                    <a:cubicBezTo>
                      <a:pt x="12002" y="821"/>
                      <a:pt x="12512" y="1315"/>
                      <a:pt x="12663" y="1942"/>
                    </a:cubicBezTo>
                    <a:cubicBezTo>
                      <a:pt x="13249" y="4294"/>
                      <a:pt x="13508" y="6771"/>
                      <a:pt x="13508" y="9525"/>
                    </a:cubicBezTo>
                    <a:cubicBezTo>
                      <a:pt x="13508" y="9776"/>
                      <a:pt x="13508" y="10019"/>
                      <a:pt x="13500" y="10270"/>
                    </a:cubicBezTo>
                    <a:cubicBezTo>
                      <a:pt x="13492" y="11082"/>
                      <a:pt x="12914" y="11768"/>
                      <a:pt x="12119" y="11935"/>
                    </a:cubicBezTo>
                    <a:cubicBezTo>
                      <a:pt x="10228" y="12320"/>
                      <a:pt x="8294" y="12504"/>
                      <a:pt x="6369" y="12504"/>
                    </a:cubicBezTo>
                    <a:cubicBezTo>
                      <a:pt x="5457" y="12504"/>
                      <a:pt x="4537" y="12462"/>
                      <a:pt x="3633" y="12379"/>
                    </a:cubicBezTo>
                    <a:cubicBezTo>
                      <a:pt x="3591" y="12379"/>
                      <a:pt x="3549" y="12395"/>
                      <a:pt x="3532" y="12429"/>
                    </a:cubicBezTo>
                    <a:cubicBezTo>
                      <a:pt x="3155" y="13013"/>
                      <a:pt x="2739" y="13577"/>
                      <a:pt x="2284" y="14111"/>
                    </a:cubicBezTo>
                    <a:lnTo>
                      <a:pt x="2284" y="14111"/>
                    </a:lnTo>
                    <a:cubicBezTo>
                      <a:pt x="2281" y="13861"/>
                      <a:pt x="2277" y="13622"/>
                      <a:pt x="2277" y="13383"/>
                    </a:cubicBezTo>
                    <a:cubicBezTo>
                      <a:pt x="2277" y="13015"/>
                      <a:pt x="2285" y="12663"/>
                      <a:pt x="2285" y="12312"/>
                    </a:cubicBezTo>
                    <a:cubicBezTo>
                      <a:pt x="2285" y="12262"/>
                      <a:pt x="2243" y="12211"/>
                      <a:pt x="2193" y="12203"/>
                    </a:cubicBezTo>
                    <a:cubicBezTo>
                      <a:pt x="2076" y="12186"/>
                      <a:pt x="1959" y="12170"/>
                      <a:pt x="1850" y="12153"/>
                    </a:cubicBezTo>
                    <a:cubicBezTo>
                      <a:pt x="1063" y="12036"/>
                      <a:pt x="461" y="11391"/>
                      <a:pt x="394" y="10604"/>
                    </a:cubicBezTo>
                    <a:cubicBezTo>
                      <a:pt x="277" y="9182"/>
                      <a:pt x="218" y="7751"/>
                      <a:pt x="218" y="6328"/>
                    </a:cubicBezTo>
                    <a:cubicBezTo>
                      <a:pt x="218" y="4955"/>
                      <a:pt x="277" y="3583"/>
                      <a:pt x="385" y="2202"/>
                    </a:cubicBezTo>
                    <a:cubicBezTo>
                      <a:pt x="419" y="1700"/>
                      <a:pt x="678" y="1256"/>
                      <a:pt x="1063" y="971"/>
                    </a:cubicBezTo>
                    <a:cubicBezTo>
                      <a:pt x="1105" y="938"/>
                      <a:pt x="1122" y="863"/>
                      <a:pt x="1080" y="821"/>
                    </a:cubicBezTo>
                    <a:cubicBezTo>
                      <a:pt x="1060" y="791"/>
                      <a:pt x="1028" y="776"/>
                      <a:pt x="994" y="776"/>
                    </a:cubicBezTo>
                    <a:cubicBezTo>
                      <a:pt x="972" y="776"/>
                      <a:pt x="949" y="782"/>
                      <a:pt x="929" y="796"/>
                    </a:cubicBezTo>
                    <a:cubicBezTo>
                      <a:pt x="494" y="1122"/>
                      <a:pt x="210" y="1624"/>
                      <a:pt x="168" y="2185"/>
                    </a:cubicBezTo>
                    <a:cubicBezTo>
                      <a:pt x="59" y="3574"/>
                      <a:pt x="0" y="4947"/>
                      <a:pt x="0" y="6328"/>
                    </a:cubicBezTo>
                    <a:cubicBezTo>
                      <a:pt x="0" y="7759"/>
                      <a:pt x="59" y="9190"/>
                      <a:pt x="176" y="10621"/>
                    </a:cubicBezTo>
                    <a:cubicBezTo>
                      <a:pt x="251" y="11508"/>
                      <a:pt x="929" y="12228"/>
                      <a:pt x="1816" y="12370"/>
                    </a:cubicBezTo>
                    <a:cubicBezTo>
                      <a:pt x="1901" y="12382"/>
                      <a:pt x="1986" y="12395"/>
                      <a:pt x="2067" y="12407"/>
                    </a:cubicBezTo>
                    <a:lnTo>
                      <a:pt x="2067" y="12407"/>
                    </a:lnTo>
                    <a:cubicBezTo>
                      <a:pt x="2066" y="12727"/>
                      <a:pt x="2059" y="13048"/>
                      <a:pt x="2059" y="13383"/>
                    </a:cubicBezTo>
                    <a:cubicBezTo>
                      <a:pt x="2059" y="13709"/>
                      <a:pt x="2068" y="14044"/>
                      <a:pt x="2068" y="14387"/>
                    </a:cubicBezTo>
                    <a:cubicBezTo>
                      <a:pt x="2076" y="14438"/>
                      <a:pt x="2101" y="14479"/>
                      <a:pt x="2143" y="14488"/>
                    </a:cubicBezTo>
                    <a:cubicBezTo>
                      <a:pt x="2157" y="14493"/>
                      <a:pt x="2172" y="14496"/>
                      <a:pt x="2186" y="14496"/>
                    </a:cubicBezTo>
                    <a:cubicBezTo>
                      <a:pt x="2215" y="14496"/>
                      <a:pt x="2243" y="14485"/>
                      <a:pt x="2260" y="14463"/>
                    </a:cubicBezTo>
                    <a:cubicBezTo>
                      <a:pt x="2781" y="13877"/>
                      <a:pt x="3254" y="13260"/>
                      <a:pt x="3680" y="12603"/>
                    </a:cubicBezTo>
                    <a:lnTo>
                      <a:pt x="3680" y="12603"/>
                    </a:lnTo>
                    <a:cubicBezTo>
                      <a:pt x="4576" y="12682"/>
                      <a:pt x="5473" y="12722"/>
                      <a:pt x="6369" y="12722"/>
                    </a:cubicBezTo>
                    <a:cubicBezTo>
                      <a:pt x="8311" y="12722"/>
                      <a:pt x="10253" y="12529"/>
                      <a:pt x="12161" y="12144"/>
                    </a:cubicBezTo>
                    <a:cubicBezTo>
                      <a:pt x="13056" y="11969"/>
                      <a:pt x="13709" y="11190"/>
                      <a:pt x="13718" y="10270"/>
                    </a:cubicBezTo>
                    <a:cubicBezTo>
                      <a:pt x="13726" y="10027"/>
                      <a:pt x="13726" y="9776"/>
                      <a:pt x="13726" y="9525"/>
                    </a:cubicBezTo>
                    <a:cubicBezTo>
                      <a:pt x="13726" y="6755"/>
                      <a:pt x="13467" y="4261"/>
                      <a:pt x="12881" y="1892"/>
                    </a:cubicBezTo>
                    <a:cubicBezTo>
                      <a:pt x="12705" y="1181"/>
                      <a:pt x="12127" y="628"/>
                      <a:pt x="11408" y="486"/>
                    </a:cubicBezTo>
                    <a:cubicBezTo>
                      <a:pt x="9792" y="160"/>
                      <a:pt x="8152" y="1"/>
                      <a:pt x="652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32"/>
              <p:cNvSpPr/>
              <p:nvPr/>
            </p:nvSpPr>
            <p:spPr>
              <a:xfrm>
                <a:off x="7832800" y="3009900"/>
                <a:ext cx="114475" cy="166775"/>
              </a:xfrm>
              <a:custGeom>
                <a:rect b="b" l="l" r="r" t="t"/>
                <a:pathLst>
                  <a:path extrusionOk="0" h="6671" w="4579">
                    <a:moveTo>
                      <a:pt x="2076" y="1"/>
                    </a:moveTo>
                    <a:cubicBezTo>
                      <a:pt x="1775" y="1"/>
                      <a:pt x="1490" y="26"/>
                      <a:pt x="1239" y="68"/>
                    </a:cubicBezTo>
                    <a:cubicBezTo>
                      <a:pt x="988" y="109"/>
                      <a:pt x="770" y="176"/>
                      <a:pt x="586" y="260"/>
                    </a:cubicBezTo>
                    <a:cubicBezTo>
                      <a:pt x="402" y="352"/>
                      <a:pt x="260" y="461"/>
                      <a:pt x="151" y="603"/>
                    </a:cubicBezTo>
                    <a:cubicBezTo>
                      <a:pt x="51" y="737"/>
                      <a:pt x="0" y="896"/>
                      <a:pt x="0" y="1072"/>
                    </a:cubicBezTo>
                    <a:cubicBezTo>
                      <a:pt x="0" y="1256"/>
                      <a:pt x="42" y="1407"/>
                      <a:pt x="126" y="1541"/>
                    </a:cubicBezTo>
                    <a:cubicBezTo>
                      <a:pt x="210" y="1666"/>
                      <a:pt x="310" y="1775"/>
                      <a:pt x="427" y="1867"/>
                    </a:cubicBezTo>
                    <a:cubicBezTo>
                      <a:pt x="586" y="1767"/>
                      <a:pt x="787" y="1683"/>
                      <a:pt x="1030" y="1608"/>
                    </a:cubicBezTo>
                    <a:cubicBezTo>
                      <a:pt x="1281" y="1532"/>
                      <a:pt x="1549" y="1490"/>
                      <a:pt x="1833" y="1490"/>
                    </a:cubicBezTo>
                    <a:cubicBezTo>
                      <a:pt x="2143" y="1490"/>
                      <a:pt x="2369" y="1541"/>
                      <a:pt x="2494" y="1633"/>
                    </a:cubicBezTo>
                    <a:cubicBezTo>
                      <a:pt x="2628" y="1733"/>
                      <a:pt x="2687" y="1842"/>
                      <a:pt x="2687" y="1976"/>
                    </a:cubicBezTo>
                    <a:cubicBezTo>
                      <a:pt x="2695" y="2218"/>
                      <a:pt x="2520" y="2386"/>
                      <a:pt x="2176" y="2478"/>
                    </a:cubicBezTo>
                    <a:lnTo>
                      <a:pt x="1365" y="2679"/>
                    </a:lnTo>
                    <a:cubicBezTo>
                      <a:pt x="1139" y="2737"/>
                      <a:pt x="971" y="2821"/>
                      <a:pt x="854" y="2930"/>
                    </a:cubicBezTo>
                    <a:cubicBezTo>
                      <a:pt x="745" y="3039"/>
                      <a:pt x="687" y="3198"/>
                      <a:pt x="687" y="3415"/>
                    </a:cubicBezTo>
                    <a:cubicBezTo>
                      <a:pt x="687" y="3633"/>
                      <a:pt x="745" y="3825"/>
                      <a:pt x="846" y="3993"/>
                    </a:cubicBezTo>
                    <a:cubicBezTo>
                      <a:pt x="954" y="4152"/>
                      <a:pt x="1063" y="4269"/>
                      <a:pt x="1180" y="4328"/>
                    </a:cubicBezTo>
                    <a:lnTo>
                      <a:pt x="2235" y="4110"/>
                    </a:lnTo>
                    <a:cubicBezTo>
                      <a:pt x="3800" y="3792"/>
                      <a:pt x="4578" y="3081"/>
                      <a:pt x="4578" y="1967"/>
                    </a:cubicBezTo>
                    <a:cubicBezTo>
                      <a:pt x="4570" y="1382"/>
                      <a:pt x="4361" y="904"/>
                      <a:pt x="3942" y="536"/>
                    </a:cubicBezTo>
                    <a:cubicBezTo>
                      <a:pt x="3515" y="176"/>
                      <a:pt x="2896" y="1"/>
                      <a:pt x="2076" y="1"/>
                    </a:cubicBezTo>
                    <a:close/>
                    <a:moveTo>
                      <a:pt x="1880" y="4712"/>
                    </a:moveTo>
                    <a:cubicBezTo>
                      <a:pt x="1867" y="4712"/>
                      <a:pt x="1855" y="4712"/>
                      <a:pt x="1842" y="4713"/>
                    </a:cubicBezTo>
                    <a:cubicBezTo>
                      <a:pt x="1532" y="4713"/>
                      <a:pt x="1281" y="4805"/>
                      <a:pt x="1105" y="4989"/>
                    </a:cubicBezTo>
                    <a:cubicBezTo>
                      <a:pt x="929" y="5173"/>
                      <a:pt x="846" y="5407"/>
                      <a:pt x="846" y="5692"/>
                    </a:cubicBezTo>
                    <a:cubicBezTo>
                      <a:pt x="846" y="5976"/>
                      <a:pt x="938" y="6211"/>
                      <a:pt x="1113" y="6395"/>
                    </a:cubicBezTo>
                    <a:cubicBezTo>
                      <a:pt x="1289" y="6579"/>
                      <a:pt x="1540" y="6671"/>
                      <a:pt x="1850" y="6671"/>
                    </a:cubicBezTo>
                    <a:cubicBezTo>
                      <a:pt x="2160" y="6663"/>
                      <a:pt x="2411" y="6570"/>
                      <a:pt x="2586" y="6386"/>
                    </a:cubicBezTo>
                    <a:cubicBezTo>
                      <a:pt x="2762" y="6202"/>
                      <a:pt x="2846" y="5968"/>
                      <a:pt x="2846" y="5683"/>
                    </a:cubicBezTo>
                    <a:cubicBezTo>
                      <a:pt x="2846" y="5399"/>
                      <a:pt x="2754" y="5164"/>
                      <a:pt x="2578" y="4980"/>
                    </a:cubicBezTo>
                    <a:cubicBezTo>
                      <a:pt x="2402" y="4804"/>
                      <a:pt x="2171" y="4712"/>
                      <a:pt x="1880" y="471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32"/>
              <p:cNvSpPr/>
              <p:nvPr/>
            </p:nvSpPr>
            <p:spPr>
              <a:xfrm>
                <a:off x="7154050" y="3439675"/>
                <a:ext cx="241900" cy="587550"/>
              </a:xfrm>
              <a:custGeom>
                <a:rect b="b" l="l" r="r" t="t"/>
                <a:pathLst>
                  <a:path extrusionOk="0" h="23502" w="9676">
                    <a:moveTo>
                      <a:pt x="6294" y="0"/>
                    </a:moveTo>
                    <a:cubicBezTo>
                      <a:pt x="4905" y="954"/>
                      <a:pt x="3700" y="2176"/>
                      <a:pt x="2779" y="3582"/>
                    </a:cubicBezTo>
                    <a:cubicBezTo>
                      <a:pt x="578" y="6938"/>
                      <a:pt x="0" y="11307"/>
                      <a:pt x="1256" y="15123"/>
                    </a:cubicBezTo>
                    <a:cubicBezTo>
                      <a:pt x="2511" y="18931"/>
                      <a:pt x="5566" y="22103"/>
                      <a:pt x="9324" y="23501"/>
                    </a:cubicBezTo>
                    <a:cubicBezTo>
                      <a:pt x="9324" y="23501"/>
                      <a:pt x="9675" y="15952"/>
                      <a:pt x="8738" y="9642"/>
                    </a:cubicBezTo>
                    <a:cubicBezTo>
                      <a:pt x="7801" y="3339"/>
                      <a:pt x="6294" y="0"/>
                      <a:pt x="629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p32"/>
              <p:cNvSpPr/>
              <p:nvPr/>
            </p:nvSpPr>
            <p:spPr>
              <a:xfrm>
                <a:off x="7196325" y="3762075"/>
                <a:ext cx="16125" cy="42350"/>
              </a:xfrm>
              <a:custGeom>
                <a:rect b="b" l="l" r="r" t="t"/>
                <a:pathLst>
                  <a:path extrusionOk="0" h="1694" w="645">
                    <a:moveTo>
                      <a:pt x="127" y="0"/>
                    </a:moveTo>
                    <a:cubicBezTo>
                      <a:pt x="75" y="0"/>
                      <a:pt x="33" y="40"/>
                      <a:pt x="25" y="93"/>
                    </a:cubicBezTo>
                    <a:cubicBezTo>
                      <a:pt x="8" y="194"/>
                      <a:pt x="0" y="286"/>
                      <a:pt x="0" y="378"/>
                    </a:cubicBezTo>
                    <a:cubicBezTo>
                      <a:pt x="0" y="838"/>
                      <a:pt x="159" y="1290"/>
                      <a:pt x="435" y="1650"/>
                    </a:cubicBezTo>
                    <a:cubicBezTo>
                      <a:pt x="459" y="1678"/>
                      <a:pt x="491" y="1693"/>
                      <a:pt x="522" y="1693"/>
                    </a:cubicBezTo>
                    <a:cubicBezTo>
                      <a:pt x="545" y="1693"/>
                      <a:pt x="568" y="1685"/>
                      <a:pt x="586" y="1667"/>
                    </a:cubicBezTo>
                    <a:cubicBezTo>
                      <a:pt x="636" y="1633"/>
                      <a:pt x="644" y="1566"/>
                      <a:pt x="611" y="1516"/>
                    </a:cubicBezTo>
                    <a:cubicBezTo>
                      <a:pt x="360" y="1198"/>
                      <a:pt x="218" y="788"/>
                      <a:pt x="218" y="378"/>
                    </a:cubicBezTo>
                    <a:cubicBezTo>
                      <a:pt x="218" y="294"/>
                      <a:pt x="226" y="210"/>
                      <a:pt x="234" y="127"/>
                    </a:cubicBezTo>
                    <a:cubicBezTo>
                      <a:pt x="251" y="68"/>
                      <a:pt x="209" y="10"/>
                      <a:pt x="142" y="1"/>
                    </a:cubicBezTo>
                    <a:cubicBezTo>
                      <a:pt x="137" y="0"/>
                      <a:pt x="132" y="0"/>
                      <a:pt x="1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32"/>
              <p:cNvSpPr/>
              <p:nvPr/>
            </p:nvSpPr>
            <p:spPr>
              <a:xfrm>
                <a:off x="7667300" y="3199175"/>
                <a:ext cx="404875" cy="560500"/>
              </a:xfrm>
              <a:custGeom>
                <a:rect b="b" l="l" r="r" t="t"/>
                <a:pathLst>
                  <a:path extrusionOk="0" h="22420" w="16195">
                    <a:moveTo>
                      <a:pt x="9672" y="0"/>
                    </a:moveTo>
                    <a:cubicBezTo>
                      <a:pt x="9645" y="0"/>
                      <a:pt x="9618" y="4"/>
                      <a:pt x="9591" y="12"/>
                    </a:cubicBezTo>
                    <a:cubicBezTo>
                      <a:pt x="9407" y="71"/>
                      <a:pt x="9340" y="305"/>
                      <a:pt x="9349" y="498"/>
                    </a:cubicBezTo>
                    <a:cubicBezTo>
                      <a:pt x="9365" y="874"/>
                      <a:pt x="9541" y="1234"/>
                      <a:pt x="9684" y="1586"/>
                    </a:cubicBezTo>
                    <a:cubicBezTo>
                      <a:pt x="10094" y="2607"/>
                      <a:pt x="10269" y="3711"/>
                      <a:pt x="10403" y="4799"/>
                    </a:cubicBezTo>
                    <a:lnTo>
                      <a:pt x="10320" y="6138"/>
                    </a:lnTo>
                    <a:cubicBezTo>
                      <a:pt x="10772" y="8013"/>
                      <a:pt x="10897" y="10072"/>
                      <a:pt x="10671" y="12089"/>
                    </a:cubicBezTo>
                    <a:cubicBezTo>
                      <a:pt x="10554" y="13127"/>
                      <a:pt x="10261" y="14273"/>
                      <a:pt x="9365" y="14801"/>
                    </a:cubicBezTo>
                    <a:cubicBezTo>
                      <a:pt x="9043" y="14991"/>
                      <a:pt x="8684" y="15074"/>
                      <a:pt x="8317" y="15074"/>
                    </a:cubicBezTo>
                    <a:cubicBezTo>
                      <a:pt x="7684" y="15074"/>
                      <a:pt x="7028" y="14826"/>
                      <a:pt x="6503" y="14449"/>
                    </a:cubicBezTo>
                    <a:cubicBezTo>
                      <a:pt x="5683" y="13847"/>
                      <a:pt x="5097" y="12985"/>
                      <a:pt x="4436" y="12206"/>
                    </a:cubicBezTo>
                    <a:cubicBezTo>
                      <a:pt x="3423" y="11009"/>
                      <a:pt x="2201" y="10005"/>
                      <a:pt x="846" y="9218"/>
                    </a:cubicBezTo>
                    <a:cubicBezTo>
                      <a:pt x="846" y="9218"/>
                      <a:pt x="0" y="11804"/>
                      <a:pt x="143" y="13821"/>
                    </a:cubicBezTo>
                    <a:cubicBezTo>
                      <a:pt x="293" y="15838"/>
                      <a:pt x="1080" y="19529"/>
                      <a:pt x="1080" y="19529"/>
                    </a:cubicBezTo>
                    <a:cubicBezTo>
                      <a:pt x="2578" y="20935"/>
                      <a:pt x="4444" y="21998"/>
                      <a:pt x="6478" y="22325"/>
                    </a:cubicBezTo>
                    <a:cubicBezTo>
                      <a:pt x="6881" y="22388"/>
                      <a:pt x="7290" y="22420"/>
                      <a:pt x="7699" y="22420"/>
                    </a:cubicBezTo>
                    <a:cubicBezTo>
                      <a:pt x="9351" y="22420"/>
                      <a:pt x="11009" y="21903"/>
                      <a:pt x="12270" y="20843"/>
                    </a:cubicBezTo>
                    <a:cubicBezTo>
                      <a:pt x="13734" y="19621"/>
                      <a:pt x="14554" y="17805"/>
                      <a:pt x="15065" y="15972"/>
                    </a:cubicBezTo>
                    <a:cubicBezTo>
                      <a:pt x="16195" y="11888"/>
                      <a:pt x="15709" y="7109"/>
                      <a:pt x="14094" y="3193"/>
                    </a:cubicBezTo>
                    <a:lnTo>
                      <a:pt x="11332" y="2674"/>
                    </a:lnTo>
                    <a:cubicBezTo>
                      <a:pt x="11223" y="2264"/>
                      <a:pt x="11081" y="1870"/>
                      <a:pt x="10922" y="1485"/>
                    </a:cubicBezTo>
                    <a:cubicBezTo>
                      <a:pt x="10713" y="975"/>
                      <a:pt x="10437" y="464"/>
                      <a:pt x="9993" y="129"/>
                    </a:cubicBezTo>
                    <a:cubicBezTo>
                      <a:pt x="9899" y="62"/>
                      <a:pt x="9783" y="0"/>
                      <a:pt x="967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32"/>
              <p:cNvSpPr/>
              <p:nvPr/>
            </p:nvSpPr>
            <p:spPr>
              <a:xfrm>
                <a:off x="7912525" y="3689175"/>
                <a:ext cx="39775" cy="24200"/>
              </a:xfrm>
              <a:custGeom>
                <a:rect b="b" l="l" r="r" t="t"/>
                <a:pathLst>
                  <a:path extrusionOk="0" h="968" w="1591">
                    <a:moveTo>
                      <a:pt x="1468" y="0"/>
                    </a:moveTo>
                    <a:cubicBezTo>
                      <a:pt x="1420" y="0"/>
                      <a:pt x="1378" y="32"/>
                      <a:pt x="1364" y="80"/>
                    </a:cubicBezTo>
                    <a:cubicBezTo>
                      <a:pt x="1255" y="465"/>
                      <a:pt x="837" y="750"/>
                      <a:pt x="435" y="750"/>
                    </a:cubicBezTo>
                    <a:cubicBezTo>
                      <a:pt x="343" y="750"/>
                      <a:pt x="251" y="733"/>
                      <a:pt x="159" y="708"/>
                    </a:cubicBezTo>
                    <a:cubicBezTo>
                      <a:pt x="147" y="704"/>
                      <a:pt x="135" y="703"/>
                      <a:pt x="124" y="703"/>
                    </a:cubicBezTo>
                    <a:cubicBezTo>
                      <a:pt x="78" y="703"/>
                      <a:pt x="38" y="728"/>
                      <a:pt x="25" y="775"/>
                    </a:cubicBezTo>
                    <a:cubicBezTo>
                      <a:pt x="0" y="833"/>
                      <a:pt x="34" y="892"/>
                      <a:pt x="92" y="909"/>
                    </a:cubicBezTo>
                    <a:cubicBezTo>
                      <a:pt x="201" y="950"/>
                      <a:pt x="318" y="967"/>
                      <a:pt x="435" y="967"/>
                    </a:cubicBezTo>
                    <a:cubicBezTo>
                      <a:pt x="929" y="967"/>
                      <a:pt x="1423" y="641"/>
                      <a:pt x="1573" y="139"/>
                    </a:cubicBezTo>
                    <a:cubicBezTo>
                      <a:pt x="1590" y="88"/>
                      <a:pt x="1557" y="21"/>
                      <a:pt x="1498" y="5"/>
                    </a:cubicBezTo>
                    <a:cubicBezTo>
                      <a:pt x="1488" y="2"/>
                      <a:pt x="1478" y="0"/>
                      <a:pt x="14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32"/>
              <p:cNvSpPr/>
              <p:nvPr/>
            </p:nvSpPr>
            <p:spPr>
              <a:xfrm>
                <a:off x="7691150" y="3595650"/>
                <a:ext cx="355925" cy="166675"/>
              </a:xfrm>
              <a:custGeom>
                <a:rect b="b" l="l" r="r" t="t"/>
                <a:pathLst>
                  <a:path extrusionOk="0" h="6667" w="14237">
                    <a:moveTo>
                      <a:pt x="14113" y="0"/>
                    </a:moveTo>
                    <a:cubicBezTo>
                      <a:pt x="14064" y="0"/>
                      <a:pt x="14017" y="32"/>
                      <a:pt x="14011" y="80"/>
                    </a:cubicBezTo>
                    <a:cubicBezTo>
                      <a:pt x="13500" y="1904"/>
                      <a:pt x="12680" y="3704"/>
                      <a:pt x="11249" y="4901"/>
                    </a:cubicBezTo>
                    <a:cubicBezTo>
                      <a:pt x="10010" y="5938"/>
                      <a:pt x="8386" y="6449"/>
                      <a:pt x="6754" y="6449"/>
                    </a:cubicBezTo>
                    <a:cubicBezTo>
                      <a:pt x="6344" y="6449"/>
                      <a:pt x="5943" y="6415"/>
                      <a:pt x="5541" y="6357"/>
                    </a:cubicBezTo>
                    <a:cubicBezTo>
                      <a:pt x="3532" y="6039"/>
                      <a:pt x="1683" y="4984"/>
                      <a:pt x="193" y="3595"/>
                    </a:cubicBezTo>
                    <a:cubicBezTo>
                      <a:pt x="172" y="3574"/>
                      <a:pt x="145" y="3564"/>
                      <a:pt x="118" y="3564"/>
                    </a:cubicBezTo>
                    <a:cubicBezTo>
                      <a:pt x="90" y="3564"/>
                      <a:pt x="63" y="3574"/>
                      <a:pt x="42" y="3595"/>
                    </a:cubicBezTo>
                    <a:cubicBezTo>
                      <a:pt x="0" y="3637"/>
                      <a:pt x="0" y="3712"/>
                      <a:pt x="51" y="3754"/>
                    </a:cubicBezTo>
                    <a:cubicBezTo>
                      <a:pt x="1557" y="5168"/>
                      <a:pt x="3449" y="6248"/>
                      <a:pt x="5507" y="6566"/>
                    </a:cubicBezTo>
                    <a:cubicBezTo>
                      <a:pt x="5917" y="6633"/>
                      <a:pt x="6336" y="6667"/>
                      <a:pt x="6754" y="6667"/>
                    </a:cubicBezTo>
                    <a:cubicBezTo>
                      <a:pt x="8428" y="6667"/>
                      <a:pt x="10102" y="6148"/>
                      <a:pt x="11391" y="5068"/>
                    </a:cubicBezTo>
                    <a:cubicBezTo>
                      <a:pt x="12872" y="3829"/>
                      <a:pt x="13709" y="1988"/>
                      <a:pt x="14220" y="139"/>
                    </a:cubicBezTo>
                    <a:cubicBezTo>
                      <a:pt x="14236" y="80"/>
                      <a:pt x="14195" y="21"/>
                      <a:pt x="14144" y="5"/>
                    </a:cubicBezTo>
                    <a:cubicBezTo>
                      <a:pt x="14134" y="2"/>
                      <a:pt x="14124" y="0"/>
                      <a:pt x="141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32"/>
              <p:cNvSpPr/>
              <p:nvPr/>
            </p:nvSpPr>
            <p:spPr>
              <a:xfrm>
                <a:off x="7943275" y="3239125"/>
                <a:ext cx="36625" cy="79725"/>
              </a:xfrm>
              <a:custGeom>
                <a:rect b="b" l="l" r="r" t="t"/>
                <a:pathLst>
                  <a:path extrusionOk="0" h="3189" w="1465">
                    <a:moveTo>
                      <a:pt x="554" y="0"/>
                    </a:moveTo>
                    <a:cubicBezTo>
                      <a:pt x="457" y="0"/>
                      <a:pt x="362" y="31"/>
                      <a:pt x="293" y="105"/>
                    </a:cubicBezTo>
                    <a:cubicBezTo>
                      <a:pt x="201" y="197"/>
                      <a:pt x="184" y="339"/>
                      <a:pt x="168" y="473"/>
                    </a:cubicBezTo>
                    <a:cubicBezTo>
                      <a:pt x="76" y="1218"/>
                      <a:pt x="0" y="1988"/>
                      <a:pt x="218" y="2708"/>
                    </a:cubicBezTo>
                    <a:cubicBezTo>
                      <a:pt x="285" y="2917"/>
                      <a:pt x="402" y="3143"/>
                      <a:pt x="620" y="3185"/>
                    </a:cubicBezTo>
                    <a:cubicBezTo>
                      <a:pt x="637" y="3187"/>
                      <a:pt x="655" y="3189"/>
                      <a:pt x="673" y="3189"/>
                    </a:cubicBezTo>
                    <a:cubicBezTo>
                      <a:pt x="815" y="3189"/>
                      <a:pt x="957" y="3102"/>
                      <a:pt x="1046" y="2975"/>
                    </a:cubicBezTo>
                    <a:cubicBezTo>
                      <a:pt x="1139" y="2842"/>
                      <a:pt x="1180" y="2683"/>
                      <a:pt x="1222" y="2515"/>
                    </a:cubicBezTo>
                    <a:cubicBezTo>
                      <a:pt x="1365" y="1904"/>
                      <a:pt x="1465" y="1268"/>
                      <a:pt x="1390" y="649"/>
                    </a:cubicBezTo>
                    <a:cubicBezTo>
                      <a:pt x="1272" y="548"/>
                      <a:pt x="1180" y="423"/>
                      <a:pt x="1080" y="306"/>
                    </a:cubicBezTo>
                    <a:cubicBezTo>
                      <a:pt x="980" y="197"/>
                      <a:pt x="862" y="80"/>
                      <a:pt x="720" y="29"/>
                    </a:cubicBezTo>
                    <a:cubicBezTo>
                      <a:pt x="667" y="11"/>
                      <a:pt x="610" y="0"/>
                      <a:pt x="5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32"/>
              <p:cNvSpPr/>
              <p:nvPr/>
            </p:nvSpPr>
            <p:spPr>
              <a:xfrm>
                <a:off x="7942425" y="3236300"/>
                <a:ext cx="38950" cy="85175"/>
              </a:xfrm>
              <a:custGeom>
                <a:rect b="b" l="l" r="r" t="t"/>
                <a:pathLst>
                  <a:path extrusionOk="0" h="3407" w="1558">
                    <a:moveTo>
                      <a:pt x="587" y="218"/>
                    </a:moveTo>
                    <a:cubicBezTo>
                      <a:pt x="637" y="218"/>
                      <a:pt x="679" y="226"/>
                      <a:pt x="721" y="243"/>
                    </a:cubicBezTo>
                    <a:cubicBezTo>
                      <a:pt x="838" y="285"/>
                      <a:pt x="938" y="385"/>
                      <a:pt x="1030" y="494"/>
                    </a:cubicBezTo>
                    <a:cubicBezTo>
                      <a:pt x="1121" y="593"/>
                      <a:pt x="1205" y="712"/>
                      <a:pt x="1320" y="814"/>
                    </a:cubicBezTo>
                    <a:lnTo>
                      <a:pt x="1320" y="814"/>
                    </a:lnTo>
                    <a:cubicBezTo>
                      <a:pt x="1333" y="933"/>
                      <a:pt x="1340" y="1053"/>
                      <a:pt x="1340" y="1172"/>
                    </a:cubicBezTo>
                    <a:cubicBezTo>
                      <a:pt x="1340" y="1649"/>
                      <a:pt x="1256" y="2134"/>
                      <a:pt x="1147" y="2603"/>
                    </a:cubicBezTo>
                    <a:cubicBezTo>
                      <a:pt x="1114" y="2770"/>
                      <a:pt x="1072" y="2921"/>
                      <a:pt x="988" y="3030"/>
                    </a:cubicBezTo>
                    <a:cubicBezTo>
                      <a:pt x="925" y="3117"/>
                      <a:pt x="816" y="3190"/>
                      <a:pt x="727" y="3190"/>
                    </a:cubicBezTo>
                    <a:cubicBezTo>
                      <a:pt x="722" y="3190"/>
                      <a:pt x="717" y="3189"/>
                      <a:pt x="712" y="3189"/>
                    </a:cubicBezTo>
                    <a:lnTo>
                      <a:pt x="670" y="3189"/>
                    </a:lnTo>
                    <a:cubicBezTo>
                      <a:pt x="595" y="3172"/>
                      <a:pt x="536" y="3130"/>
                      <a:pt x="486" y="3055"/>
                    </a:cubicBezTo>
                    <a:cubicBezTo>
                      <a:pt x="428" y="2988"/>
                      <a:pt x="386" y="2888"/>
                      <a:pt x="361" y="2787"/>
                    </a:cubicBezTo>
                    <a:cubicBezTo>
                      <a:pt x="252" y="2461"/>
                      <a:pt x="218" y="2118"/>
                      <a:pt x="218" y="1766"/>
                    </a:cubicBezTo>
                    <a:cubicBezTo>
                      <a:pt x="218" y="1381"/>
                      <a:pt x="260" y="988"/>
                      <a:pt x="311" y="594"/>
                    </a:cubicBezTo>
                    <a:cubicBezTo>
                      <a:pt x="319" y="469"/>
                      <a:pt x="344" y="352"/>
                      <a:pt x="411" y="293"/>
                    </a:cubicBezTo>
                    <a:cubicBezTo>
                      <a:pt x="453" y="243"/>
                      <a:pt x="511" y="218"/>
                      <a:pt x="587" y="218"/>
                    </a:cubicBezTo>
                    <a:close/>
                    <a:moveTo>
                      <a:pt x="587" y="0"/>
                    </a:moveTo>
                    <a:cubicBezTo>
                      <a:pt x="470" y="0"/>
                      <a:pt x="344" y="42"/>
                      <a:pt x="252" y="142"/>
                    </a:cubicBezTo>
                    <a:cubicBezTo>
                      <a:pt x="126" y="268"/>
                      <a:pt x="110" y="444"/>
                      <a:pt x="93" y="569"/>
                    </a:cubicBezTo>
                    <a:cubicBezTo>
                      <a:pt x="51" y="963"/>
                      <a:pt x="1" y="1364"/>
                      <a:pt x="1" y="1766"/>
                    </a:cubicBezTo>
                    <a:cubicBezTo>
                      <a:pt x="1" y="2134"/>
                      <a:pt x="43" y="2494"/>
                      <a:pt x="151" y="2854"/>
                    </a:cubicBezTo>
                    <a:cubicBezTo>
                      <a:pt x="185" y="2963"/>
                      <a:pt x="235" y="3080"/>
                      <a:pt x="311" y="3189"/>
                    </a:cubicBezTo>
                    <a:cubicBezTo>
                      <a:pt x="386" y="3289"/>
                      <a:pt x="486" y="3373"/>
                      <a:pt x="629" y="3406"/>
                    </a:cubicBezTo>
                    <a:lnTo>
                      <a:pt x="712" y="3406"/>
                    </a:lnTo>
                    <a:cubicBezTo>
                      <a:pt x="896" y="3406"/>
                      <a:pt x="1064" y="3298"/>
                      <a:pt x="1164" y="3155"/>
                    </a:cubicBezTo>
                    <a:cubicBezTo>
                      <a:pt x="1281" y="2996"/>
                      <a:pt x="1323" y="2821"/>
                      <a:pt x="1357" y="2653"/>
                    </a:cubicBezTo>
                    <a:cubicBezTo>
                      <a:pt x="1474" y="2176"/>
                      <a:pt x="1558" y="1674"/>
                      <a:pt x="1558" y="1172"/>
                    </a:cubicBezTo>
                    <a:cubicBezTo>
                      <a:pt x="1558" y="1030"/>
                      <a:pt x="1549" y="887"/>
                      <a:pt x="1532" y="745"/>
                    </a:cubicBezTo>
                    <a:cubicBezTo>
                      <a:pt x="1532" y="720"/>
                      <a:pt x="1516" y="695"/>
                      <a:pt x="1499" y="678"/>
                    </a:cubicBezTo>
                    <a:cubicBezTo>
                      <a:pt x="1390" y="586"/>
                      <a:pt x="1298" y="469"/>
                      <a:pt x="1198" y="352"/>
                    </a:cubicBezTo>
                    <a:cubicBezTo>
                      <a:pt x="1089" y="235"/>
                      <a:pt x="963" y="109"/>
                      <a:pt x="796" y="42"/>
                    </a:cubicBezTo>
                    <a:cubicBezTo>
                      <a:pt x="729" y="17"/>
                      <a:pt x="662" y="0"/>
                      <a:pt x="5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32"/>
              <p:cNvSpPr/>
              <p:nvPr/>
            </p:nvSpPr>
            <p:spPr>
              <a:xfrm>
                <a:off x="7968375" y="3238850"/>
                <a:ext cx="34750" cy="81850"/>
              </a:xfrm>
              <a:custGeom>
                <a:rect b="b" l="l" r="r" t="t"/>
                <a:pathLst>
                  <a:path extrusionOk="0" h="3274" w="1390">
                    <a:moveTo>
                      <a:pt x="737" y="0"/>
                    </a:moveTo>
                    <a:cubicBezTo>
                      <a:pt x="590" y="0"/>
                      <a:pt x="439" y="92"/>
                      <a:pt x="352" y="208"/>
                    </a:cubicBezTo>
                    <a:cubicBezTo>
                      <a:pt x="243" y="342"/>
                      <a:pt x="193" y="509"/>
                      <a:pt x="160" y="677"/>
                    </a:cubicBezTo>
                    <a:cubicBezTo>
                      <a:pt x="9" y="1380"/>
                      <a:pt x="1" y="2116"/>
                      <a:pt x="176" y="2811"/>
                    </a:cubicBezTo>
                    <a:cubicBezTo>
                      <a:pt x="202" y="2911"/>
                      <a:pt x="227" y="3020"/>
                      <a:pt x="285" y="3104"/>
                    </a:cubicBezTo>
                    <a:cubicBezTo>
                      <a:pt x="344" y="3196"/>
                      <a:pt x="444" y="3263"/>
                      <a:pt x="553" y="3271"/>
                    </a:cubicBezTo>
                    <a:cubicBezTo>
                      <a:pt x="565" y="3273"/>
                      <a:pt x="577" y="3273"/>
                      <a:pt x="588" y="3273"/>
                    </a:cubicBezTo>
                    <a:cubicBezTo>
                      <a:pt x="765" y="3273"/>
                      <a:pt x="910" y="3102"/>
                      <a:pt x="988" y="2945"/>
                    </a:cubicBezTo>
                    <a:cubicBezTo>
                      <a:pt x="1164" y="2627"/>
                      <a:pt x="1273" y="2267"/>
                      <a:pt x="1306" y="1890"/>
                    </a:cubicBezTo>
                    <a:cubicBezTo>
                      <a:pt x="1348" y="1380"/>
                      <a:pt x="1390" y="852"/>
                      <a:pt x="1181" y="384"/>
                    </a:cubicBezTo>
                    <a:cubicBezTo>
                      <a:pt x="1114" y="216"/>
                      <a:pt x="988" y="49"/>
                      <a:pt x="804" y="7"/>
                    </a:cubicBezTo>
                    <a:cubicBezTo>
                      <a:pt x="782" y="3"/>
                      <a:pt x="760" y="0"/>
                      <a:pt x="7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32"/>
              <p:cNvSpPr/>
              <p:nvPr/>
            </p:nvSpPr>
            <p:spPr>
              <a:xfrm>
                <a:off x="7966700" y="3236300"/>
                <a:ext cx="37900" cy="87275"/>
              </a:xfrm>
              <a:custGeom>
                <a:rect b="b" l="l" r="r" t="t"/>
                <a:pathLst>
                  <a:path extrusionOk="0" h="3491" w="1516">
                    <a:moveTo>
                      <a:pt x="787" y="217"/>
                    </a:moveTo>
                    <a:cubicBezTo>
                      <a:pt x="793" y="217"/>
                      <a:pt x="799" y="217"/>
                      <a:pt x="804" y="218"/>
                    </a:cubicBezTo>
                    <a:lnTo>
                      <a:pt x="854" y="218"/>
                    </a:lnTo>
                    <a:cubicBezTo>
                      <a:pt x="913" y="235"/>
                      <a:pt x="972" y="268"/>
                      <a:pt x="1022" y="327"/>
                    </a:cubicBezTo>
                    <a:cubicBezTo>
                      <a:pt x="1072" y="377"/>
                      <a:pt x="1114" y="452"/>
                      <a:pt x="1147" y="527"/>
                    </a:cubicBezTo>
                    <a:cubicBezTo>
                      <a:pt x="1264" y="787"/>
                      <a:pt x="1298" y="1063"/>
                      <a:pt x="1298" y="1356"/>
                    </a:cubicBezTo>
                    <a:cubicBezTo>
                      <a:pt x="1298" y="1565"/>
                      <a:pt x="1281" y="1774"/>
                      <a:pt x="1264" y="1984"/>
                    </a:cubicBezTo>
                    <a:cubicBezTo>
                      <a:pt x="1231" y="2344"/>
                      <a:pt x="1122" y="2687"/>
                      <a:pt x="963" y="2996"/>
                    </a:cubicBezTo>
                    <a:cubicBezTo>
                      <a:pt x="921" y="3072"/>
                      <a:pt x="871" y="3139"/>
                      <a:pt x="813" y="3189"/>
                    </a:cubicBezTo>
                    <a:cubicBezTo>
                      <a:pt x="762" y="3239"/>
                      <a:pt x="704" y="3273"/>
                      <a:pt x="645" y="3273"/>
                    </a:cubicBezTo>
                    <a:lnTo>
                      <a:pt x="628" y="3264"/>
                    </a:lnTo>
                    <a:cubicBezTo>
                      <a:pt x="561" y="3264"/>
                      <a:pt x="486" y="3214"/>
                      <a:pt x="444" y="3147"/>
                    </a:cubicBezTo>
                    <a:cubicBezTo>
                      <a:pt x="394" y="3080"/>
                      <a:pt x="369" y="2988"/>
                      <a:pt x="344" y="2888"/>
                    </a:cubicBezTo>
                    <a:cubicBezTo>
                      <a:pt x="260" y="2544"/>
                      <a:pt x="218" y="2193"/>
                      <a:pt x="218" y="1833"/>
                    </a:cubicBezTo>
                    <a:cubicBezTo>
                      <a:pt x="218" y="1490"/>
                      <a:pt x="260" y="1138"/>
                      <a:pt x="335" y="804"/>
                    </a:cubicBezTo>
                    <a:cubicBezTo>
                      <a:pt x="369" y="636"/>
                      <a:pt x="411" y="486"/>
                      <a:pt x="503" y="377"/>
                    </a:cubicBezTo>
                    <a:cubicBezTo>
                      <a:pt x="566" y="289"/>
                      <a:pt x="683" y="217"/>
                      <a:pt x="787" y="217"/>
                    </a:cubicBezTo>
                    <a:close/>
                    <a:moveTo>
                      <a:pt x="804" y="0"/>
                    </a:moveTo>
                    <a:cubicBezTo>
                      <a:pt x="612" y="0"/>
                      <a:pt x="436" y="101"/>
                      <a:pt x="327" y="243"/>
                    </a:cubicBezTo>
                    <a:cubicBezTo>
                      <a:pt x="210" y="402"/>
                      <a:pt x="160" y="586"/>
                      <a:pt x="118" y="753"/>
                    </a:cubicBezTo>
                    <a:cubicBezTo>
                      <a:pt x="43" y="1113"/>
                      <a:pt x="1" y="1473"/>
                      <a:pt x="1" y="1833"/>
                    </a:cubicBezTo>
                    <a:cubicBezTo>
                      <a:pt x="1" y="2210"/>
                      <a:pt x="43" y="2578"/>
                      <a:pt x="135" y="2938"/>
                    </a:cubicBezTo>
                    <a:cubicBezTo>
                      <a:pt x="160" y="3047"/>
                      <a:pt x="193" y="3164"/>
                      <a:pt x="260" y="3264"/>
                    </a:cubicBezTo>
                    <a:lnTo>
                      <a:pt x="260" y="3273"/>
                    </a:lnTo>
                    <a:cubicBezTo>
                      <a:pt x="335" y="3373"/>
                      <a:pt x="453" y="3473"/>
                      <a:pt x="603" y="3482"/>
                    </a:cubicBezTo>
                    <a:lnTo>
                      <a:pt x="645" y="3490"/>
                    </a:lnTo>
                    <a:cubicBezTo>
                      <a:pt x="771" y="3490"/>
                      <a:pt x="879" y="3432"/>
                      <a:pt x="963" y="3356"/>
                    </a:cubicBezTo>
                    <a:cubicBezTo>
                      <a:pt x="1047" y="3281"/>
                      <a:pt x="1105" y="3189"/>
                      <a:pt x="1156" y="3097"/>
                    </a:cubicBezTo>
                    <a:cubicBezTo>
                      <a:pt x="1331" y="2770"/>
                      <a:pt x="1449" y="2394"/>
                      <a:pt x="1482" y="2000"/>
                    </a:cubicBezTo>
                    <a:cubicBezTo>
                      <a:pt x="1499" y="1791"/>
                      <a:pt x="1516" y="1574"/>
                      <a:pt x="1516" y="1356"/>
                    </a:cubicBezTo>
                    <a:cubicBezTo>
                      <a:pt x="1516" y="1046"/>
                      <a:pt x="1482" y="737"/>
                      <a:pt x="1348" y="435"/>
                    </a:cubicBezTo>
                    <a:cubicBezTo>
                      <a:pt x="1306" y="352"/>
                      <a:pt x="1256" y="251"/>
                      <a:pt x="1181" y="176"/>
                    </a:cubicBezTo>
                    <a:cubicBezTo>
                      <a:pt x="1114" y="92"/>
                      <a:pt x="1013" y="34"/>
                      <a:pt x="896" y="9"/>
                    </a:cubicBezTo>
                    <a:cubicBezTo>
                      <a:pt x="863" y="0"/>
                      <a:pt x="829" y="0"/>
                      <a:pt x="8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32"/>
              <p:cNvSpPr/>
              <p:nvPr/>
            </p:nvSpPr>
            <p:spPr>
              <a:xfrm>
                <a:off x="7995150" y="3244200"/>
                <a:ext cx="29325" cy="69750"/>
              </a:xfrm>
              <a:custGeom>
                <a:rect b="b" l="l" r="r" t="t"/>
                <a:pathLst>
                  <a:path extrusionOk="0" h="2790" w="1173">
                    <a:moveTo>
                      <a:pt x="602" y="0"/>
                    </a:moveTo>
                    <a:cubicBezTo>
                      <a:pt x="479" y="0"/>
                      <a:pt x="354" y="79"/>
                      <a:pt x="277" y="178"/>
                    </a:cubicBezTo>
                    <a:cubicBezTo>
                      <a:pt x="193" y="295"/>
                      <a:pt x="160" y="437"/>
                      <a:pt x="126" y="580"/>
                    </a:cubicBezTo>
                    <a:cubicBezTo>
                      <a:pt x="1" y="1191"/>
                      <a:pt x="9" y="1843"/>
                      <a:pt x="210" y="2429"/>
                    </a:cubicBezTo>
                    <a:cubicBezTo>
                      <a:pt x="269" y="2597"/>
                      <a:pt x="369" y="2781"/>
                      <a:pt x="537" y="2789"/>
                    </a:cubicBezTo>
                    <a:cubicBezTo>
                      <a:pt x="541" y="2789"/>
                      <a:pt x="545" y="2790"/>
                      <a:pt x="549" y="2790"/>
                    </a:cubicBezTo>
                    <a:cubicBezTo>
                      <a:pt x="693" y="2790"/>
                      <a:pt x="806" y="2643"/>
                      <a:pt x="871" y="2513"/>
                    </a:cubicBezTo>
                    <a:cubicBezTo>
                      <a:pt x="1039" y="2187"/>
                      <a:pt x="1064" y="1810"/>
                      <a:pt x="1122" y="1417"/>
                    </a:cubicBezTo>
                    <a:cubicBezTo>
                      <a:pt x="1173" y="1073"/>
                      <a:pt x="1131" y="722"/>
                      <a:pt x="1005" y="404"/>
                    </a:cubicBezTo>
                    <a:cubicBezTo>
                      <a:pt x="938" y="220"/>
                      <a:pt x="821" y="36"/>
                      <a:pt x="637" y="2"/>
                    </a:cubicBezTo>
                    <a:cubicBezTo>
                      <a:pt x="625" y="1"/>
                      <a:pt x="614" y="0"/>
                      <a:pt x="6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32"/>
              <p:cNvSpPr/>
              <p:nvPr/>
            </p:nvSpPr>
            <p:spPr>
              <a:xfrm>
                <a:off x="7993475" y="3241525"/>
                <a:ext cx="32875" cy="75125"/>
              </a:xfrm>
              <a:custGeom>
                <a:rect b="b" l="l" r="r" t="t"/>
                <a:pathLst>
                  <a:path extrusionOk="0" h="3005" w="1315">
                    <a:moveTo>
                      <a:pt x="687" y="218"/>
                    </a:moveTo>
                    <a:cubicBezTo>
                      <a:pt x="746" y="226"/>
                      <a:pt x="796" y="260"/>
                      <a:pt x="846" y="327"/>
                    </a:cubicBezTo>
                    <a:cubicBezTo>
                      <a:pt x="896" y="385"/>
                      <a:pt x="947" y="461"/>
                      <a:pt x="972" y="544"/>
                    </a:cubicBezTo>
                    <a:cubicBezTo>
                      <a:pt x="1055" y="762"/>
                      <a:pt x="1097" y="996"/>
                      <a:pt x="1097" y="1231"/>
                    </a:cubicBezTo>
                    <a:cubicBezTo>
                      <a:pt x="1097" y="1323"/>
                      <a:pt x="1089" y="1415"/>
                      <a:pt x="1081" y="1507"/>
                    </a:cubicBezTo>
                    <a:cubicBezTo>
                      <a:pt x="1022" y="1909"/>
                      <a:pt x="989" y="2268"/>
                      <a:pt x="838" y="2570"/>
                    </a:cubicBezTo>
                    <a:cubicBezTo>
                      <a:pt x="813" y="2628"/>
                      <a:pt x="771" y="2687"/>
                      <a:pt x="729" y="2729"/>
                    </a:cubicBezTo>
                    <a:cubicBezTo>
                      <a:pt x="687" y="2771"/>
                      <a:pt x="654" y="2787"/>
                      <a:pt x="612" y="2787"/>
                    </a:cubicBezTo>
                    <a:cubicBezTo>
                      <a:pt x="570" y="2787"/>
                      <a:pt x="528" y="2762"/>
                      <a:pt x="486" y="2712"/>
                    </a:cubicBezTo>
                    <a:cubicBezTo>
                      <a:pt x="445" y="2653"/>
                      <a:pt x="411" y="2578"/>
                      <a:pt x="386" y="2503"/>
                    </a:cubicBezTo>
                    <a:cubicBezTo>
                      <a:pt x="269" y="2176"/>
                      <a:pt x="219" y="1833"/>
                      <a:pt x="219" y="1482"/>
                    </a:cubicBezTo>
                    <a:cubicBezTo>
                      <a:pt x="219" y="1222"/>
                      <a:pt x="252" y="963"/>
                      <a:pt x="302" y="712"/>
                    </a:cubicBezTo>
                    <a:cubicBezTo>
                      <a:pt x="327" y="578"/>
                      <a:pt x="369" y="444"/>
                      <a:pt x="436" y="352"/>
                    </a:cubicBezTo>
                    <a:cubicBezTo>
                      <a:pt x="495" y="268"/>
                      <a:pt x="587" y="218"/>
                      <a:pt x="662" y="218"/>
                    </a:cubicBezTo>
                    <a:close/>
                    <a:moveTo>
                      <a:pt x="662" y="0"/>
                    </a:moveTo>
                    <a:cubicBezTo>
                      <a:pt x="495" y="0"/>
                      <a:pt x="352" y="101"/>
                      <a:pt x="260" y="226"/>
                    </a:cubicBezTo>
                    <a:cubicBezTo>
                      <a:pt x="160" y="360"/>
                      <a:pt x="118" y="519"/>
                      <a:pt x="85" y="670"/>
                    </a:cubicBezTo>
                    <a:cubicBezTo>
                      <a:pt x="34" y="929"/>
                      <a:pt x="1" y="1206"/>
                      <a:pt x="1" y="1482"/>
                    </a:cubicBezTo>
                    <a:cubicBezTo>
                      <a:pt x="1" y="1850"/>
                      <a:pt x="60" y="2218"/>
                      <a:pt x="177" y="2578"/>
                    </a:cubicBezTo>
                    <a:cubicBezTo>
                      <a:pt x="210" y="2662"/>
                      <a:pt x="252" y="2762"/>
                      <a:pt x="311" y="2846"/>
                    </a:cubicBezTo>
                    <a:cubicBezTo>
                      <a:pt x="378" y="2921"/>
                      <a:pt x="470" y="2997"/>
                      <a:pt x="595" y="3005"/>
                    </a:cubicBezTo>
                    <a:lnTo>
                      <a:pt x="612" y="3005"/>
                    </a:lnTo>
                    <a:cubicBezTo>
                      <a:pt x="729" y="3005"/>
                      <a:pt x="813" y="2946"/>
                      <a:pt x="880" y="2888"/>
                    </a:cubicBezTo>
                    <a:cubicBezTo>
                      <a:pt x="947" y="2821"/>
                      <a:pt x="997" y="2746"/>
                      <a:pt x="1039" y="2670"/>
                    </a:cubicBezTo>
                    <a:cubicBezTo>
                      <a:pt x="1214" y="2319"/>
                      <a:pt x="1240" y="1925"/>
                      <a:pt x="1298" y="1540"/>
                    </a:cubicBezTo>
                    <a:cubicBezTo>
                      <a:pt x="1307" y="1432"/>
                      <a:pt x="1315" y="1331"/>
                      <a:pt x="1315" y="1231"/>
                    </a:cubicBezTo>
                    <a:cubicBezTo>
                      <a:pt x="1315" y="971"/>
                      <a:pt x="1273" y="712"/>
                      <a:pt x="1181" y="469"/>
                    </a:cubicBezTo>
                    <a:cubicBezTo>
                      <a:pt x="1139" y="369"/>
                      <a:pt x="1089" y="268"/>
                      <a:pt x="1014" y="185"/>
                    </a:cubicBezTo>
                    <a:cubicBezTo>
                      <a:pt x="947" y="101"/>
                      <a:pt x="846" y="26"/>
                      <a:pt x="721" y="9"/>
                    </a:cubicBezTo>
                    <a:cubicBezTo>
                      <a:pt x="704" y="0"/>
                      <a:pt x="679" y="0"/>
                      <a:pt x="66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32"/>
              <p:cNvSpPr/>
              <p:nvPr/>
            </p:nvSpPr>
            <p:spPr>
              <a:xfrm>
                <a:off x="7897450" y="3268700"/>
                <a:ext cx="116775" cy="83950"/>
              </a:xfrm>
              <a:custGeom>
                <a:rect b="b" l="l" r="r" t="t"/>
                <a:pathLst>
                  <a:path extrusionOk="0" h="3358" w="4671">
                    <a:moveTo>
                      <a:pt x="1803" y="0"/>
                    </a:moveTo>
                    <a:cubicBezTo>
                      <a:pt x="1715" y="0"/>
                      <a:pt x="1620" y="35"/>
                      <a:pt x="1540" y="77"/>
                    </a:cubicBezTo>
                    <a:cubicBezTo>
                      <a:pt x="1047" y="345"/>
                      <a:pt x="687" y="796"/>
                      <a:pt x="344" y="1232"/>
                    </a:cubicBezTo>
                    <a:cubicBezTo>
                      <a:pt x="176" y="1449"/>
                      <a:pt x="0" y="1684"/>
                      <a:pt x="0" y="1960"/>
                    </a:cubicBezTo>
                    <a:cubicBezTo>
                      <a:pt x="9" y="2261"/>
                      <a:pt x="243" y="2512"/>
                      <a:pt x="478" y="2705"/>
                    </a:cubicBezTo>
                    <a:cubicBezTo>
                      <a:pt x="720" y="2897"/>
                      <a:pt x="988" y="3081"/>
                      <a:pt x="1114" y="3357"/>
                    </a:cubicBezTo>
                    <a:lnTo>
                      <a:pt x="4671" y="2462"/>
                    </a:lnTo>
                    <a:cubicBezTo>
                      <a:pt x="4125" y="1878"/>
                      <a:pt x="3329" y="1564"/>
                      <a:pt x="2534" y="1564"/>
                    </a:cubicBezTo>
                    <a:cubicBezTo>
                      <a:pt x="2133" y="1564"/>
                      <a:pt x="1732" y="1644"/>
                      <a:pt x="1365" y="1809"/>
                    </a:cubicBezTo>
                    <a:cubicBezTo>
                      <a:pt x="1532" y="1290"/>
                      <a:pt x="1733" y="905"/>
                      <a:pt x="1942" y="529"/>
                    </a:cubicBezTo>
                    <a:cubicBezTo>
                      <a:pt x="2017" y="386"/>
                      <a:pt x="2093" y="194"/>
                      <a:pt x="1984" y="77"/>
                    </a:cubicBezTo>
                    <a:cubicBezTo>
                      <a:pt x="1936" y="21"/>
                      <a:pt x="1872" y="0"/>
                      <a:pt x="180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32"/>
              <p:cNvSpPr/>
              <p:nvPr/>
            </p:nvSpPr>
            <p:spPr>
              <a:xfrm>
                <a:off x="7894725" y="3266000"/>
                <a:ext cx="122650" cy="89400"/>
              </a:xfrm>
              <a:custGeom>
                <a:rect b="b" l="l" r="r" t="t"/>
                <a:pathLst>
                  <a:path extrusionOk="0" h="3576" w="4906">
                    <a:moveTo>
                      <a:pt x="1917" y="1"/>
                    </a:moveTo>
                    <a:cubicBezTo>
                      <a:pt x="1800" y="1"/>
                      <a:pt x="1691" y="42"/>
                      <a:pt x="1599" y="93"/>
                    </a:cubicBezTo>
                    <a:cubicBezTo>
                      <a:pt x="1080" y="369"/>
                      <a:pt x="712" y="838"/>
                      <a:pt x="369" y="1273"/>
                    </a:cubicBezTo>
                    <a:cubicBezTo>
                      <a:pt x="285" y="1382"/>
                      <a:pt x="193" y="1490"/>
                      <a:pt x="126" y="1624"/>
                    </a:cubicBezTo>
                    <a:cubicBezTo>
                      <a:pt x="51" y="1750"/>
                      <a:pt x="1" y="1892"/>
                      <a:pt x="1" y="2051"/>
                    </a:cubicBezTo>
                    <a:lnTo>
                      <a:pt x="1" y="2068"/>
                    </a:lnTo>
                    <a:cubicBezTo>
                      <a:pt x="9" y="2252"/>
                      <a:pt x="76" y="2411"/>
                      <a:pt x="176" y="2545"/>
                    </a:cubicBezTo>
                    <a:cubicBezTo>
                      <a:pt x="277" y="2687"/>
                      <a:pt x="394" y="2796"/>
                      <a:pt x="520" y="2896"/>
                    </a:cubicBezTo>
                    <a:cubicBezTo>
                      <a:pt x="762" y="3097"/>
                      <a:pt x="1013" y="3273"/>
                      <a:pt x="1122" y="3516"/>
                    </a:cubicBezTo>
                    <a:cubicBezTo>
                      <a:pt x="1141" y="3552"/>
                      <a:pt x="1181" y="3576"/>
                      <a:pt x="1222" y="3576"/>
                    </a:cubicBezTo>
                    <a:cubicBezTo>
                      <a:pt x="1236" y="3576"/>
                      <a:pt x="1251" y="3573"/>
                      <a:pt x="1264" y="3566"/>
                    </a:cubicBezTo>
                    <a:cubicBezTo>
                      <a:pt x="1323" y="3541"/>
                      <a:pt x="1348" y="3474"/>
                      <a:pt x="1323" y="3424"/>
                    </a:cubicBezTo>
                    <a:cubicBezTo>
                      <a:pt x="1172" y="3106"/>
                      <a:pt x="888" y="2921"/>
                      <a:pt x="662" y="2729"/>
                    </a:cubicBezTo>
                    <a:cubicBezTo>
                      <a:pt x="545" y="2637"/>
                      <a:pt x="436" y="2537"/>
                      <a:pt x="352" y="2419"/>
                    </a:cubicBezTo>
                    <a:cubicBezTo>
                      <a:pt x="277" y="2311"/>
                      <a:pt x="227" y="2193"/>
                      <a:pt x="218" y="2068"/>
                    </a:cubicBezTo>
                    <a:lnTo>
                      <a:pt x="218" y="2051"/>
                    </a:lnTo>
                    <a:cubicBezTo>
                      <a:pt x="218" y="1942"/>
                      <a:pt x="260" y="1833"/>
                      <a:pt x="319" y="1725"/>
                    </a:cubicBezTo>
                    <a:cubicBezTo>
                      <a:pt x="377" y="1616"/>
                      <a:pt x="453" y="1515"/>
                      <a:pt x="536" y="1407"/>
                    </a:cubicBezTo>
                    <a:cubicBezTo>
                      <a:pt x="879" y="971"/>
                      <a:pt x="1231" y="536"/>
                      <a:pt x="1700" y="285"/>
                    </a:cubicBezTo>
                    <a:cubicBezTo>
                      <a:pt x="1767" y="243"/>
                      <a:pt x="1859" y="218"/>
                      <a:pt x="1917" y="218"/>
                    </a:cubicBezTo>
                    <a:cubicBezTo>
                      <a:pt x="1967" y="218"/>
                      <a:pt x="1993" y="235"/>
                      <a:pt x="2009" y="252"/>
                    </a:cubicBezTo>
                    <a:cubicBezTo>
                      <a:pt x="2034" y="277"/>
                      <a:pt x="2043" y="302"/>
                      <a:pt x="2043" y="335"/>
                    </a:cubicBezTo>
                    <a:cubicBezTo>
                      <a:pt x="2043" y="402"/>
                      <a:pt x="2001" y="494"/>
                      <a:pt x="1959" y="578"/>
                    </a:cubicBezTo>
                    <a:cubicBezTo>
                      <a:pt x="1750" y="963"/>
                      <a:pt x="1541" y="1356"/>
                      <a:pt x="1373" y="1884"/>
                    </a:cubicBezTo>
                    <a:cubicBezTo>
                      <a:pt x="1356" y="1926"/>
                      <a:pt x="1373" y="1967"/>
                      <a:pt x="1407" y="2001"/>
                    </a:cubicBezTo>
                    <a:cubicBezTo>
                      <a:pt x="1423" y="2017"/>
                      <a:pt x="1450" y="2026"/>
                      <a:pt x="1478" y="2026"/>
                    </a:cubicBezTo>
                    <a:cubicBezTo>
                      <a:pt x="1493" y="2026"/>
                      <a:pt x="1509" y="2024"/>
                      <a:pt x="1524" y="2018"/>
                    </a:cubicBezTo>
                    <a:cubicBezTo>
                      <a:pt x="1867" y="1859"/>
                      <a:pt x="2252" y="1783"/>
                      <a:pt x="2637" y="1783"/>
                    </a:cubicBezTo>
                    <a:cubicBezTo>
                      <a:pt x="2647" y="1783"/>
                      <a:pt x="2657" y="1783"/>
                      <a:pt x="2667" y="1783"/>
                    </a:cubicBezTo>
                    <a:cubicBezTo>
                      <a:pt x="3427" y="1783"/>
                      <a:pt x="4184" y="2092"/>
                      <a:pt x="4704" y="2645"/>
                    </a:cubicBezTo>
                    <a:cubicBezTo>
                      <a:pt x="4725" y="2666"/>
                      <a:pt x="4752" y="2677"/>
                      <a:pt x="4780" y="2677"/>
                    </a:cubicBezTo>
                    <a:cubicBezTo>
                      <a:pt x="4807" y="2677"/>
                      <a:pt x="4834" y="2666"/>
                      <a:pt x="4855" y="2645"/>
                    </a:cubicBezTo>
                    <a:cubicBezTo>
                      <a:pt x="4897" y="2603"/>
                      <a:pt x="4905" y="2537"/>
                      <a:pt x="4863" y="2495"/>
                    </a:cubicBezTo>
                    <a:cubicBezTo>
                      <a:pt x="4286" y="1884"/>
                      <a:pt x="3466" y="1566"/>
                      <a:pt x="2637" y="1557"/>
                    </a:cubicBezTo>
                    <a:cubicBezTo>
                      <a:pt x="2308" y="1557"/>
                      <a:pt x="1973" y="1611"/>
                      <a:pt x="1659" y="1724"/>
                    </a:cubicBezTo>
                    <a:lnTo>
                      <a:pt x="1659" y="1724"/>
                    </a:lnTo>
                    <a:cubicBezTo>
                      <a:pt x="1804" y="1324"/>
                      <a:pt x="1975" y="1005"/>
                      <a:pt x="2152" y="687"/>
                    </a:cubicBezTo>
                    <a:cubicBezTo>
                      <a:pt x="2202" y="586"/>
                      <a:pt x="2252" y="469"/>
                      <a:pt x="2260" y="335"/>
                    </a:cubicBezTo>
                    <a:cubicBezTo>
                      <a:pt x="2260" y="260"/>
                      <a:pt x="2235" y="176"/>
                      <a:pt x="2177" y="109"/>
                    </a:cubicBezTo>
                    <a:cubicBezTo>
                      <a:pt x="2101" y="34"/>
                      <a:pt x="2009" y="1"/>
                      <a:pt x="191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32"/>
              <p:cNvSpPr/>
              <p:nvPr/>
            </p:nvSpPr>
            <p:spPr>
              <a:xfrm>
                <a:off x="7348850" y="3381525"/>
                <a:ext cx="293350" cy="179800"/>
              </a:xfrm>
              <a:custGeom>
                <a:rect b="b" l="l" r="r" t="t"/>
                <a:pathLst>
                  <a:path extrusionOk="0" h="7192" w="11734">
                    <a:moveTo>
                      <a:pt x="6486" y="1"/>
                    </a:moveTo>
                    <a:cubicBezTo>
                      <a:pt x="6017" y="1"/>
                      <a:pt x="5548" y="25"/>
                      <a:pt x="5080" y="75"/>
                    </a:cubicBezTo>
                    <a:cubicBezTo>
                      <a:pt x="3289" y="167"/>
                      <a:pt x="1557" y="644"/>
                      <a:pt x="0" y="1431"/>
                    </a:cubicBezTo>
                    <a:cubicBezTo>
                      <a:pt x="0" y="1431"/>
                      <a:pt x="143" y="5540"/>
                      <a:pt x="3867" y="6795"/>
                    </a:cubicBezTo>
                    <a:cubicBezTo>
                      <a:pt x="4689" y="7072"/>
                      <a:pt x="5445" y="7192"/>
                      <a:pt x="6133" y="7192"/>
                    </a:cubicBezTo>
                    <a:cubicBezTo>
                      <a:pt x="8563" y="7192"/>
                      <a:pt x="10146" y="5705"/>
                      <a:pt x="10805" y="4427"/>
                    </a:cubicBezTo>
                    <a:cubicBezTo>
                      <a:pt x="11734" y="2636"/>
                      <a:pt x="11592" y="970"/>
                      <a:pt x="11592" y="970"/>
                    </a:cubicBezTo>
                    <a:cubicBezTo>
                      <a:pt x="9963" y="337"/>
                      <a:pt x="8226" y="1"/>
                      <a:pt x="648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32"/>
              <p:cNvSpPr/>
              <p:nvPr/>
            </p:nvSpPr>
            <p:spPr>
              <a:xfrm>
                <a:off x="7310350" y="3405775"/>
                <a:ext cx="430200" cy="426075"/>
              </a:xfrm>
              <a:custGeom>
                <a:rect b="b" l="l" r="r" t="t"/>
                <a:pathLst>
                  <a:path extrusionOk="0" h="17043" w="17208">
                    <a:moveTo>
                      <a:pt x="13132" y="0"/>
                    </a:moveTo>
                    <a:cubicBezTo>
                      <a:pt x="13165" y="13"/>
                      <a:pt x="13197" y="26"/>
                      <a:pt x="13230" y="39"/>
                    </a:cubicBezTo>
                    <a:lnTo>
                      <a:pt x="13230" y="39"/>
                    </a:lnTo>
                    <a:cubicBezTo>
                      <a:pt x="13231" y="37"/>
                      <a:pt x="13231" y="36"/>
                      <a:pt x="13232" y="34"/>
                    </a:cubicBezTo>
                    <a:lnTo>
                      <a:pt x="13132" y="0"/>
                    </a:lnTo>
                    <a:close/>
                    <a:moveTo>
                      <a:pt x="13230" y="39"/>
                    </a:moveTo>
                    <a:cubicBezTo>
                      <a:pt x="12795" y="1175"/>
                      <a:pt x="12176" y="2286"/>
                      <a:pt x="11399" y="3172"/>
                    </a:cubicBezTo>
                    <a:cubicBezTo>
                      <a:pt x="10412" y="4294"/>
                      <a:pt x="8897" y="5022"/>
                      <a:pt x="7407" y="5089"/>
                    </a:cubicBezTo>
                    <a:cubicBezTo>
                      <a:pt x="7353" y="5091"/>
                      <a:pt x="7298" y="5092"/>
                      <a:pt x="7244" y="5092"/>
                    </a:cubicBezTo>
                    <a:cubicBezTo>
                      <a:pt x="5920" y="5092"/>
                      <a:pt x="4630" y="4509"/>
                      <a:pt x="3649" y="3624"/>
                    </a:cubicBezTo>
                    <a:cubicBezTo>
                      <a:pt x="2704" y="2762"/>
                      <a:pt x="2034" y="1632"/>
                      <a:pt x="1590" y="435"/>
                    </a:cubicBezTo>
                    <a:lnTo>
                      <a:pt x="1540" y="461"/>
                    </a:lnTo>
                    <a:cubicBezTo>
                      <a:pt x="1021" y="728"/>
                      <a:pt x="519" y="1021"/>
                      <a:pt x="42" y="1356"/>
                    </a:cubicBezTo>
                    <a:cubicBezTo>
                      <a:pt x="0" y="6436"/>
                      <a:pt x="293" y="11525"/>
                      <a:pt x="946" y="16689"/>
                    </a:cubicBezTo>
                    <a:cubicBezTo>
                      <a:pt x="2814" y="16925"/>
                      <a:pt x="4698" y="17043"/>
                      <a:pt x="6590" y="17043"/>
                    </a:cubicBezTo>
                    <a:cubicBezTo>
                      <a:pt x="9726" y="17043"/>
                      <a:pt x="12887" y="16720"/>
                      <a:pt x="16044" y="16078"/>
                    </a:cubicBezTo>
                    <a:cubicBezTo>
                      <a:pt x="17208" y="13483"/>
                      <a:pt x="16906" y="10487"/>
                      <a:pt x="16337" y="7700"/>
                    </a:cubicBezTo>
                    <a:cubicBezTo>
                      <a:pt x="15877" y="5465"/>
                      <a:pt x="15249" y="3222"/>
                      <a:pt x="15124" y="954"/>
                    </a:cubicBezTo>
                    <a:cubicBezTo>
                      <a:pt x="14518" y="604"/>
                      <a:pt x="13882" y="299"/>
                      <a:pt x="13230" y="3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32"/>
              <p:cNvSpPr/>
              <p:nvPr/>
            </p:nvSpPr>
            <p:spPr>
              <a:xfrm>
                <a:off x="7400100" y="3651000"/>
                <a:ext cx="180600" cy="17825"/>
              </a:xfrm>
              <a:custGeom>
                <a:rect b="b" l="l" r="r" t="t"/>
                <a:pathLst>
                  <a:path extrusionOk="0" h="713" w="7224">
                    <a:moveTo>
                      <a:pt x="7014" y="0"/>
                    </a:moveTo>
                    <a:cubicBezTo>
                      <a:pt x="4704" y="0"/>
                      <a:pt x="2394" y="167"/>
                      <a:pt x="101" y="494"/>
                    </a:cubicBezTo>
                    <a:cubicBezTo>
                      <a:pt x="43" y="502"/>
                      <a:pt x="1" y="561"/>
                      <a:pt x="9" y="619"/>
                    </a:cubicBezTo>
                    <a:cubicBezTo>
                      <a:pt x="17" y="673"/>
                      <a:pt x="66" y="713"/>
                      <a:pt x="120" y="713"/>
                    </a:cubicBezTo>
                    <a:cubicBezTo>
                      <a:pt x="125" y="713"/>
                      <a:pt x="130" y="712"/>
                      <a:pt x="135" y="711"/>
                    </a:cubicBezTo>
                    <a:cubicBezTo>
                      <a:pt x="2411" y="385"/>
                      <a:pt x="4713" y="218"/>
                      <a:pt x="7014" y="218"/>
                    </a:cubicBezTo>
                    <a:lnTo>
                      <a:pt x="7115" y="218"/>
                    </a:lnTo>
                    <a:cubicBezTo>
                      <a:pt x="7173" y="218"/>
                      <a:pt x="7223" y="167"/>
                      <a:pt x="7223" y="109"/>
                    </a:cubicBezTo>
                    <a:cubicBezTo>
                      <a:pt x="7223" y="50"/>
                      <a:pt x="7173" y="0"/>
                      <a:pt x="711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32"/>
              <p:cNvSpPr/>
              <p:nvPr/>
            </p:nvSpPr>
            <p:spPr>
              <a:xfrm>
                <a:off x="7312850" y="3752900"/>
                <a:ext cx="513900" cy="434150"/>
              </a:xfrm>
              <a:custGeom>
                <a:rect b="b" l="l" r="r" t="t"/>
                <a:pathLst>
                  <a:path extrusionOk="0" h="17366" w="20556">
                    <a:moveTo>
                      <a:pt x="8403" y="1"/>
                    </a:moveTo>
                    <a:cubicBezTo>
                      <a:pt x="5574" y="1"/>
                      <a:pt x="2734" y="409"/>
                      <a:pt x="1" y="1197"/>
                    </a:cubicBezTo>
                    <a:cubicBezTo>
                      <a:pt x="260" y="2117"/>
                      <a:pt x="545" y="3180"/>
                      <a:pt x="980" y="4461"/>
                    </a:cubicBezTo>
                    <a:cubicBezTo>
                      <a:pt x="746" y="8085"/>
                      <a:pt x="520" y="11717"/>
                      <a:pt x="319" y="15491"/>
                    </a:cubicBezTo>
                    <a:cubicBezTo>
                      <a:pt x="402" y="15525"/>
                      <a:pt x="486" y="15550"/>
                      <a:pt x="570" y="15584"/>
                    </a:cubicBezTo>
                    <a:cubicBezTo>
                      <a:pt x="3809" y="16653"/>
                      <a:pt x="7214" y="17366"/>
                      <a:pt x="10608" y="17366"/>
                    </a:cubicBezTo>
                    <a:cubicBezTo>
                      <a:pt x="11861" y="17366"/>
                      <a:pt x="13113" y="17269"/>
                      <a:pt x="14354" y="17057"/>
                    </a:cubicBezTo>
                    <a:cubicBezTo>
                      <a:pt x="16513" y="16697"/>
                      <a:pt x="18606" y="15977"/>
                      <a:pt x="20556" y="14964"/>
                    </a:cubicBezTo>
                    <a:cubicBezTo>
                      <a:pt x="20095" y="10847"/>
                      <a:pt x="18723" y="7147"/>
                      <a:pt x="16530" y="4017"/>
                    </a:cubicBezTo>
                    <a:cubicBezTo>
                      <a:pt x="16513" y="3071"/>
                      <a:pt x="16697" y="2184"/>
                      <a:pt x="16882" y="1297"/>
                    </a:cubicBezTo>
                    <a:cubicBezTo>
                      <a:pt x="14150" y="423"/>
                      <a:pt x="11283" y="1"/>
                      <a:pt x="84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32"/>
              <p:cNvSpPr/>
              <p:nvPr/>
            </p:nvSpPr>
            <p:spPr>
              <a:xfrm>
                <a:off x="7486925" y="3966275"/>
                <a:ext cx="89375" cy="223325"/>
              </a:xfrm>
              <a:custGeom>
                <a:rect b="b" l="l" r="r" t="t"/>
                <a:pathLst>
                  <a:path extrusionOk="0" h="8933" w="3575">
                    <a:moveTo>
                      <a:pt x="116" y="1"/>
                    </a:moveTo>
                    <a:cubicBezTo>
                      <a:pt x="111" y="1"/>
                      <a:pt x="106" y="1"/>
                      <a:pt x="101" y="2"/>
                    </a:cubicBezTo>
                    <a:cubicBezTo>
                      <a:pt x="43" y="10"/>
                      <a:pt x="1" y="60"/>
                      <a:pt x="9" y="119"/>
                    </a:cubicBezTo>
                    <a:cubicBezTo>
                      <a:pt x="93" y="914"/>
                      <a:pt x="185" y="1742"/>
                      <a:pt x="587" y="2471"/>
                    </a:cubicBezTo>
                    <a:cubicBezTo>
                      <a:pt x="985" y="3170"/>
                      <a:pt x="1755" y="3727"/>
                      <a:pt x="2790" y="3781"/>
                    </a:cubicBezTo>
                    <a:lnTo>
                      <a:pt x="2790" y="3781"/>
                    </a:lnTo>
                    <a:cubicBezTo>
                      <a:pt x="2979" y="5467"/>
                      <a:pt x="3168" y="7153"/>
                      <a:pt x="3357" y="8840"/>
                    </a:cubicBezTo>
                    <a:cubicBezTo>
                      <a:pt x="3365" y="8893"/>
                      <a:pt x="3407" y="8933"/>
                      <a:pt x="3459" y="8933"/>
                    </a:cubicBezTo>
                    <a:cubicBezTo>
                      <a:pt x="3464" y="8933"/>
                      <a:pt x="3469" y="8932"/>
                      <a:pt x="3474" y="8932"/>
                    </a:cubicBezTo>
                    <a:cubicBezTo>
                      <a:pt x="3533" y="8932"/>
                      <a:pt x="3575" y="8873"/>
                      <a:pt x="3575" y="8814"/>
                    </a:cubicBezTo>
                    <a:cubicBezTo>
                      <a:pt x="3382" y="7099"/>
                      <a:pt x="3190" y="5383"/>
                      <a:pt x="2997" y="3667"/>
                    </a:cubicBezTo>
                    <a:cubicBezTo>
                      <a:pt x="2989" y="3609"/>
                      <a:pt x="2947" y="3567"/>
                      <a:pt x="2888" y="3567"/>
                    </a:cubicBezTo>
                    <a:cubicBezTo>
                      <a:pt x="1884" y="3542"/>
                      <a:pt x="1148" y="3023"/>
                      <a:pt x="779" y="2362"/>
                    </a:cubicBezTo>
                    <a:cubicBezTo>
                      <a:pt x="403" y="1692"/>
                      <a:pt x="311" y="889"/>
                      <a:pt x="227" y="102"/>
                    </a:cubicBezTo>
                    <a:cubicBezTo>
                      <a:pt x="219" y="41"/>
                      <a:pt x="170" y="1"/>
                      <a:pt x="11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32"/>
              <p:cNvSpPr/>
              <p:nvPr/>
            </p:nvSpPr>
            <p:spPr>
              <a:xfrm>
                <a:off x="7329800" y="3837025"/>
                <a:ext cx="406775" cy="44875"/>
              </a:xfrm>
              <a:custGeom>
                <a:rect b="b" l="l" r="r" t="t"/>
                <a:pathLst>
                  <a:path extrusionOk="0" h="1795" w="16271">
                    <a:moveTo>
                      <a:pt x="15934" y="1"/>
                    </a:moveTo>
                    <a:cubicBezTo>
                      <a:pt x="15913" y="1"/>
                      <a:pt x="15891" y="3"/>
                      <a:pt x="15869" y="8"/>
                    </a:cubicBezTo>
                    <a:cubicBezTo>
                      <a:pt x="12495" y="780"/>
                      <a:pt x="9037" y="1169"/>
                      <a:pt x="5577" y="1169"/>
                    </a:cubicBezTo>
                    <a:cubicBezTo>
                      <a:pt x="3827" y="1169"/>
                      <a:pt x="2076" y="1069"/>
                      <a:pt x="335" y="870"/>
                    </a:cubicBezTo>
                    <a:cubicBezTo>
                      <a:pt x="325" y="869"/>
                      <a:pt x="316" y="868"/>
                      <a:pt x="306" y="868"/>
                    </a:cubicBezTo>
                    <a:cubicBezTo>
                      <a:pt x="143" y="868"/>
                      <a:pt x="9" y="996"/>
                      <a:pt x="9" y="1154"/>
                    </a:cubicBezTo>
                    <a:cubicBezTo>
                      <a:pt x="1" y="1313"/>
                      <a:pt x="118" y="1439"/>
                      <a:pt x="268" y="1456"/>
                    </a:cubicBezTo>
                    <a:cubicBezTo>
                      <a:pt x="2082" y="1682"/>
                      <a:pt x="3910" y="1794"/>
                      <a:pt x="5738" y="1794"/>
                    </a:cubicBezTo>
                    <a:cubicBezTo>
                      <a:pt x="9191" y="1794"/>
                      <a:pt x="12646" y="1392"/>
                      <a:pt x="16011" y="594"/>
                    </a:cubicBezTo>
                    <a:cubicBezTo>
                      <a:pt x="16170" y="560"/>
                      <a:pt x="16270" y="393"/>
                      <a:pt x="16220" y="234"/>
                    </a:cubicBezTo>
                    <a:lnTo>
                      <a:pt x="16220" y="217"/>
                    </a:lnTo>
                    <a:cubicBezTo>
                      <a:pt x="16184" y="87"/>
                      <a:pt x="16067" y="1"/>
                      <a:pt x="159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32"/>
              <p:cNvSpPr/>
              <p:nvPr/>
            </p:nvSpPr>
            <p:spPr>
              <a:xfrm>
                <a:off x="7207200" y="3055925"/>
                <a:ext cx="129525" cy="143975"/>
              </a:xfrm>
              <a:custGeom>
                <a:rect b="b" l="l" r="r" t="t"/>
                <a:pathLst>
                  <a:path extrusionOk="0" h="5759" w="5181">
                    <a:moveTo>
                      <a:pt x="2775" y="0"/>
                    </a:moveTo>
                    <a:cubicBezTo>
                      <a:pt x="2572" y="0"/>
                      <a:pt x="2368" y="27"/>
                      <a:pt x="2168" y="85"/>
                    </a:cubicBezTo>
                    <a:cubicBezTo>
                      <a:pt x="1590" y="244"/>
                      <a:pt x="1088" y="645"/>
                      <a:pt x="762" y="1156"/>
                    </a:cubicBezTo>
                    <a:cubicBezTo>
                      <a:pt x="0" y="2311"/>
                      <a:pt x="193" y="4001"/>
                      <a:pt x="1197" y="4964"/>
                    </a:cubicBezTo>
                    <a:cubicBezTo>
                      <a:pt x="1750" y="5489"/>
                      <a:pt x="2514" y="5758"/>
                      <a:pt x="3276" y="5758"/>
                    </a:cubicBezTo>
                    <a:cubicBezTo>
                      <a:pt x="3898" y="5758"/>
                      <a:pt x="4518" y="5580"/>
                      <a:pt x="5022" y="5215"/>
                    </a:cubicBezTo>
                    <a:lnTo>
                      <a:pt x="5181" y="1181"/>
                    </a:lnTo>
                    <a:cubicBezTo>
                      <a:pt x="4554" y="513"/>
                      <a:pt x="3666" y="0"/>
                      <a:pt x="277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32"/>
              <p:cNvSpPr/>
              <p:nvPr/>
            </p:nvSpPr>
            <p:spPr>
              <a:xfrm>
                <a:off x="7331900" y="3186275"/>
                <a:ext cx="650" cy="450"/>
              </a:xfrm>
              <a:custGeom>
                <a:rect b="b" l="l" r="r" t="t"/>
                <a:pathLst>
                  <a:path extrusionOk="0" h="18" w="26">
                    <a:moveTo>
                      <a:pt x="0" y="18"/>
                    </a:moveTo>
                    <a:cubicBezTo>
                      <a:pt x="0" y="18"/>
                      <a:pt x="0" y="18"/>
                      <a:pt x="0" y="18"/>
                    </a:cubicBezTo>
                    <a:cubicBezTo>
                      <a:pt x="0" y="18"/>
                      <a:pt x="0" y="18"/>
                      <a:pt x="0" y="18"/>
                    </a:cubicBezTo>
                    <a:close/>
                    <a:moveTo>
                      <a:pt x="0" y="18"/>
                    </a:moveTo>
                    <a:cubicBezTo>
                      <a:pt x="9" y="18"/>
                      <a:pt x="9" y="18"/>
                      <a:pt x="9" y="18"/>
                    </a:cubicBezTo>
                    <a:cubicBezTo>
                      <a:pt x="9" y="18"/>
                      <a:pt x="9" y="18"/>
                      <a:pt x="0" y="18"/>
                    </a:cubicBezTo>
                    <a:close/>
                    <a:moveTo>
                      <a:pt x="9" y="18"/>
                    </a:moveTo>
                    <a:cubicBezTo>
                      <a:pt x="9" y="9"/>
                      <a:pt x="17" y="9"/>
                      <a:pt x="17" y="9"/>
                    </a:cubicBezTo>
                    <a:cubicBezTo>
                      <a:pt x="17" y="9"/>
                      <a:pt x="9" y="9"/>
                      <a:pt x="9" y="18"/>
                    </a:cubicBezTo>
                    <a:close/>
                    <a:moveTo>
                      <a:pt x="17" y="9"/>
                    </a:moveTo>
                    <a:cubicBezTo>
                      <a:pt x="17" y="9"/>
                      <a:pt x="17" y="9"/>
                      <a:pt x="17" y="9"/>
                    </a:cubicBezTo>
                    <a:cubicBezTo>
                      <a:pt x="17" y="9"/>
                      <a:pt x="17" y="9"/>
                      <a:pt x="17" y="9"/>
                    </a:cubicBezTo>
                    <a:close/>
                    <a:moveTo>
                      <a:pt x="25" y="9"/>
                    </a:moveTo>
                    <a:cubicBezTo>
                      <a:pt x="25" y="1"/>
                      <a:pt x="25" y="1"/>
                      <a:pt x="25" y="1"/>
                    </a:cubicBezTo>
                    <a:cubicBezTo>
                      <a:pt x="25" y="1"/>
                      <a:pt x="25" y="1"/>
                      <a:pt x="25" y="9"/>
                    </a:cubicBezTo>
                    <a:close/>
                  </a:path>
                </a:pathLst>
              </a:custGeom>
              <a:solidFill>
                <a:srgbClr val="ED6150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32"/>
              <p:cNvSpPr/>
              <p:nvPr/>
            </p:nvSpPr>
            <p:spPr>
              <a:xfrm>
                <a:off x="7332525" y="3135225"/>
                <a:ext cx="2125" cy="51075"/>
              </a:xfrm>
              <a:custGeom>
                <a:rect b="b" l="l" r="r" t="t"/>
                <a:pathLst>
                  <a:path extrusionOk="0" h="2043" w="85">
                    <a:moveTo>
                      <a:pt x="0" y="2043"/>
                    </a:moveTo>
                    <a:cubicBezTo>
                      <a:pt x="0" y="2043"/>
                      <a:pt x="9" y="2043"/>
                      <a:pt x="9" y="2043"/>
                    </a:cubicBezTo>
                    <a:lnTo>
                      <a:pt x="84" y="1"/>
                    </a:lnTo>
                    <a:lnTo>
                      <a:pt x="9" y="2043"/>
                    </a:lnTo>
                    <a:cubicBezTo>
                      <a:pt x="9" y="2043"/>
                      <a:pt x="0" y="2043"/>
                      <a:pt x="0" y="2043"/>
                    </a:cubicBezTo>
                    <a:close/>
                  </a:path>
                </a:pathLst>
              </a:custGeom>
              <a:solidFill>
                <a:srgbClr val="ED6150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32"/>
              <p:cNvSpPr/>
              <p:nvPr/>
            </p:nvSpPr>
            <p:spPr>
              <a:xfrm>
                <a:off x="7335250" y="3083975"/>
                <a:ext cx="1275" cy="1275"/>
              </a:xfrm>
              <a:custGeom>
                <a:rect b="b" l="l" r="r" t="t"/>
                <a:pathLst>
                  <a:path extrusionOk="0" h="51" w="51">
                    <a:moveTo>
                      <a:pt x="50" y="51"/>
                    </a:moveTo>
                    <a:cubicBezTo>
                      <a:pt x="50" y="51"/>
                      <a:pt x="50" y="51"/>
                      <a:pt x="50" y="51"/>
                    </a:cubicBezTo>
                    <a:cubicBezTo>
                      <a:pt x="50" y="51"/>
                      <a:pt x="50" y="51"/>
                      <a:pt x="50" y="51"/>
                    </a:cubicBezTo>
                    <a:close/>
                    <a:moveTo>
                      <a:pt x="42" y="42"/>
                    </a:move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lose/>
                    <a:moveTo>
                      <a:pt x="34" y="42"/>
                    </a:move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42"/>
                    </a:cubicBezTo>
                    <a:close/>
                    <a:moveTo>
                      <a:pt x="34" y="34"/>
                    </a:moveTo>
                    <a:cubicBezTo>
                      <a:pt x="25" y="25"/>
                      <a:pt x="25" y="25"/>
                      <a:pt x="17" y="17"/>
                    </a:cubicBezTo>
                    <a:cubicBezTo>
                      <a:pt x="25" y="25"/>
                      <a:pt x="25" y="25"/>
                      <a:pt x="34" y="34"/>
                    </a:cubicBezTo>
                    <a:close/>
                    <a:moveTo>
                      <a:pt x="17" y="17"/>
                    </a:moveTo>
                    <a:cubicBezTo>
                      <a:pt x="17" y="17"/>
                      <a:pt x="17" y="17"/>
                      <a:pt x="9" y="17"/>
                    </a:cubicBezTo>
                    <a:cubicBezTo>
                      <a:pt x="17" y="17"/>
                      <a:pt x="17" y="17"/>
                      <a:pt x="17" y="17"/>
                    </a:cubicBezTo>
                    <a:close/>
                    <a:moveTo>
                      <a:pt x="9" y="9"/>
                    </a:moveTo>
                    <a:cubicBezTo>
                      <a:pt x="9" y="9"/>
                      <a:pt x="9" y="9"/>
                      <a:pt x="9" y="9"/>
                    </a:cubicBezTo>
                    <a:cubicBezTo>
                      <a:pt x="9" y="9"/>
                      <a:pt x="9" y="9"/>
                      <a:pt x="9" y="9"/>
                    </a:cubicBezTo>
                    <a:close/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DD8EA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32"/>
              <p:cNvSpPr/>
              <p:nvPr/>
            </p:nvSpPr>
            <p:spPr>
              <a:xfrm>
                <a:off x="7601375" y="3021300"/>
                <a:ext cx="143150" cy="157700"/>
              </a:xfrm>
              <a:custGeom>
                <a:rect b="b" l="l" r="r" t="t"/>
                <a:pathLst>
                  <a:path extrusionOk="0" h="6308" w="5726">
                    <a:moveTo>
                      <a:pt x="2499" y="0"/>
                    </a:moveTo>
                    <a:cubicBezTo>
                      <a:pt x="1533" y="0"/>
                      <a:pt x="575" y="480"/>
                      <a:pt x="1" y="1260"/>
                    </a:cubicBezTo>
                    <a:lnTo>
                      <a:pt x="796" y="6140"/>
                    </a:lnTo>
                    <a:cubicBezTo>
                      <a:pt x="1196" y="6248"/>
                      <a:pt x="1614" y="6307"/>
                      <a:pt x="2030" y="6307"/>
                    </a:cubicBezTo>
                    <a:cubicBezTo>
                      <a:pt x="2415" y="6307"/>
                      <a:pt x="2798" y="6257"/>
                      <a:pt x="3165" y="6148"/>
                    </a:cubicBezTo>
                    <a:cubicBezTo>
                      <a:pt x="3935" y="5914"/>
                      <a:pt x="4629" y="5437"/>
                      <a:pt x="5064" y="4767"/>
                    </a:cubicBezTo>
                    <a:cubicBezTo>
                      <a:pt x="5642" y="3880"/>
                      <a:pt x="5726" y="2691"/>
                      <a:pt x="5265" y="1737"/>
                    </a:cubicBezTo>
                    <a:cubicBezTo>
                      <a:pt x="4805" y="783"/>
                      <a:pt x="3817" y="105"/>
                      <a:pt x="2771" y="13"/>
                    </a:cubicBezTo>
                    <a:cubicBezTo>
                      <a:pt x="2681" y="5"/>
                      <a:pt x="2590" y="0"/>
                      <a:pt x="249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" name="Google Shape;385;p32"/>
              <p:cNvSpPr/>
              <p:nvPr/>
            </p:nvSpPr>
            <p:spPr>
              <a:xfrm>
                <a:off x="7295075" y="2992100"/>
                <a:ext cx="342525" cy="273800"/>
              </a:xfrm>
              <a:custGeom>
                <a:rect b="b" l="l" r="r" t="t"/>
                <a:pathLst>
                  <a:path extrusionOk="0" h="10952" w="13701">
                    <a:moveTo>
                      <a:pt x="7547" y="0"/>
                    </a:moveTo>
                    <a:cubicBezTo>
                      <a:pt x="6076" y="0"/>
                      <a:pt x="4580" y="266"/>
                      <a:pt x="3289" y="964"/>
                    </a:cubicBezTo>
                    <a:cubicBezTo>
                      <a:pt x="1950" y="1683"/>
                      <a:pt x="837" y="2889"/>
                      <a:pt x="419" y="4345"/>
                    </a:cubicBezTo>
                    <a:cubicBezTo>
                      <a:pt x="0" y="5810"/>
                      <a:pt x="343" y="7508"/>
                      <a:pt x="1423" y="8672"/>
                    </a:cubicBezTo>
                    <a:cubicBezTo>
                      <a:pt x="1348" y="9182"/>
                      <a:pt x="1649" y="9684"/>
                      <a:pt x="2059" y="9994"/>
                    </a:cubicBezTo>
                    <a:cubicBezTo>
                      <a:pt x="2469" y="10304"/>
                      <a:pt x="2980" y="10446"/>
                      <a:pt x="3482" y="10555"/>
                    </a:cubicBezTo>
                    <a:cubicBezTo>
                      <a:pt x="4641" y="10821"/>
                      <a:pt x="5830" y="10951"/>
                      <a:pt x="7019" y="10951"/>
                    </a:cubicBezTo>
                    <a:cubicBezTo>
                      <a:pt x="7703" y="10951"/>
                      <a:pt x="8386" y="10908"/>
                      <a:pt x="9064" y="10823"/>
                    </a:cubicBezTo>
                    <a:cubicBezTo>
                      <a:pt x="9868" y="10722"/>
                      <a:pt x="10680" y="10555"/>
                      <a:pt x="11399" y="10170"/>
                    </a:cubicBezTo>
                    <a:cubicBezTo>
                      <a:pt x="12111" y="9785"/>
                      <a:pt x="12738" y="9157"/>
                      <a:pt x="13048" y="8329"/>
                    </a:cubicBezTo>
                    <a:cubicBezTo>
                      <a:pt x="13433" y="7282"/>
                      <a:pt x="13701" y="6178"/>
                      <a:pt x="13676" y="5056"/>
                    </a:cubicBezTo>
                    <a:cubicBezTo>
                      <a:pt x="13651" y="3943"/>
                      <a:pt x="13316" y="2805"/>
                      <a:pt x="12613" y="1943"/>
                    </a:cubicBezTo>
                    <a:cubicBezTo>
                      <a:pt x="12035" y="1240"/>
                      <a:pt x="11232" y="729"/>
                      <a:pt x="10378" y="428"/>
                    </a:cubicBezTo>
                    <a:cubicBezTo>
                      <a:pt x="9516" y="127"/>
                      <a:pt x="8596" y="10"/>
                      <a:pt x="7683" y="1"/>
                    </a:cubicBezTo>
                    <a:cubicBezTo>
                      <a:pt x="7638" y="1"/>
                      <a:pt x="7592" y="0"/>
                      <a:pt x="754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" name="Google Shape;386;p32"/>
              <p:cNvSpPr/>
              <p:nvPr/>
            </p:nvSpPr>
            <p:spPr>
              <a:xfrm>
                <a:off x="7454075" y="3296750"/>
                <a:ext cx="73050" cy="109550"/>
              </a:xfrm>
              <a:custGeom>
                <a:rect b="b" l="l" r="r" t="t"/>
                <a:pathLst>
                  <a:path extrusionOk="0" h="4382" w="2922">
                    <a:moveTo>
                      <a:pt x="34" y="1"/>
                    </a:moveTo>
                    <a:cubicBezTo>
                      <a:pt x="1" y="1415"/>
                      <a:pt x="34" y="2830"/>
                      <a:pt x="118" y="4286"/>
                    </a:cubicBezTo>
                    <a:cubicBezTo>
                      <a:pt x="550" y="4350"/>
                      <a:pt x="987" y="4381"/>
                      <a:pt x="1431" y="4381"/>
                    </a:cubicBezTo>
                    <a:cubicBezTo>
                      <a:pt x="1918" y="4381"/>
                      <a:pt x="2414" y="4344"/>
                      <a:pt x="2922" y="4269"/>
                    </a:cubicBezTo>
                    <a:cubicBezTo>
                      <a:pt x="2922" y="2913"/>
                      <a:pt x="2830" y="1558"/>
                      <a:pt x="2654" y="210"/>
                    </a:cubicBez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32"/>
              <p:cNvSpPr/>
              <p:nvPr/>
            </p:nvSpPr>
            <p:spPr>
              <a:xfrm>
                <a:off x="7247150" y="3176600"/>
                <a:ext cx="125350" cy="127425"/>
              </a:xfrm>
              <a:custGeom>
                <a:rect b="b" l="l" r="r" t="t"/>
                <a:pathLst>
                  <a:path extrusionOk="0" h="5097" w="5014">
                    <a:moveTo>
                      <a:pt x="2896" y="0"/>
                    </a:moveTo>
                    <a:cubicBezTo>
                      <a:pt x="1858" y="0"/>
                      <a:pt x="827" y="656"/>
                      <a:pt x="453" y="1635"/>
                    </a:cubicBezTo>
                    <a:cubicBezTo>
                      <a:pt x="1" y="2807"/>
                      <a:pt x="570" y="4280"/>
                      <a:pt x="1700" y="4849"/>
                    </a:cubicBezTo>
                    <a:cubicBezTo>
                      <a:pt x="2036" y="5017"/>
                      <a:pt x="2407" y="5096"/>
                      <a:pt x="2782" y="5096"/>
                    </a:cubicBezTo>
                    <a:cubicBezTo>
                      <a:pt x="3657" y="5096"/>
                      <a:pt x="4545" y="4662"/>
                      <a:pt x="5014" y="3911"/>
                    </a:cubicBezTo>
                    <a:lnTo>
                      <a:pt x="3533" y="87"/>
                    </a:lnTo>
                    <a:cubicBezTo>
                      <a:pt x="3324" y="28"/>
                      <a:pt x="3110" y="0"/>
                      <a:pt x="28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32"/>
              <p:cNvSpPr/>
              <p:nvPr/>
            </p:nvSpPr>
            <p:spPr>
              <a:xfrm>
                <a:off x="7278550" y="3214750"/>
                <a:ext cx="50225" cy="29275"/>
              </a:xfrm>
              <a:custGeom>
                <a:rect b="b" l="l" r="r" t="t"/>
                <a:pathLst>
                  <a:path extrusionOk="0" h="1171" w="2009">
                    <a:moveTo>
                      <a:pt x="1800" y="0"/>
                    </a:moveTo>
                    <a:cubicBezTo>
                      <a:pt x="1088" y="0"/>
                      <a:pt x="394" y="393"/>
                      <a:pt x="34" y="1004"/>
                    </a:cubicBezTo>
                    <a:cubicBezTo>
                      <a:pt x="0" y="1055"/>
                      <a:pt x="17" y="1122"/>
                      <a:pt x="67" y="1155"/>
                    </a:cubicBezTo>
                    <a:cubicBezTo>
                      <a:pt x="83" y="1166"/>
                      <a:pt x="100" y="1170"/>
                      <a:pt x="118" y="1170"/>
                    </a:cubicBezTo>
                    <a:cubicBezTo>
                      <a:pt x="156" y="1170"/>
                      <a:pt x="195" y="1148"/>
                      <a:pt x="218" y="1113"/>
                    </a:cubicBezTo>
                    <a:cubicBezTo>
                      <a:pt x="536" y="569"/>
                      <a:pt x="1172" y="218"/>
                      <a:pt x="1800" y="218"/>
                    </a:cubicBezTo>
                    <a:lnTo>
                      <a:pt x="1892" y="218"/>
                    </a:lnTo>
                    <a:cubicBezTo>
                      <a:pt x="1950" y="218"/>
                      <a:pt x="2000" y="176"/>
                      <a:pt x="2009" y="117"/>
                    </a:cubicBezTo>
                    <a:cubicBezTo>
                      <a:pt x="2009" y="50"/>
                      <a:pt x="1959" y="0"/>
                      <a:pt x="19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32"/>
              <p:cNvSpPr/>
              <p:nvPr/>
            </p:nvSpPr>
            <p:spPr>
              <a:xfrm>
                <a:off x="7300100" y="3219325"/>
                <a:ext cx="24500" cy="39925"/>
              </a:xfrm>
              <a:custGeom>
                <a:rect b="b" l="l" r="r" t="t"/>
                <a:pathLst>
                  <a:path extrusionOk="0" h="1597" w="980">
                    <a:moveTo>
                      <a:pt x="116" y="0"/>
                    </a:moveTo>
                    <a:cubicBezTo>
                      <a:pt x="111" y="0"/>
                      <a:pt x="106" y="1"/>
                      <a:pt x="101" y="1"/>
                    </a:cubicBezTo>
                    <a:cubicBezTo>
                      <a:pt x="42" y="10"/>
                      <a:pt x="0" y="68"/>
                      <a:pt x="9" y="127"/>
                    </a:cubicBezTo>
                    <a:cubicBezTo>
                      <a:pt x="101" y="679"/>
                      <a:pt x="377" y="1198"/>
                      <a:pt x="787" y="1566"/>
                    </a:cubicBezTo>
                    <a:cubicBezTo>
                      <a:pt x="807" y="1586"/>
                      <a:pt x="833" y="1597"/>
                      <a:pt x="859" y="1597"/>
                    </a:cubicBezTo>
                    <a:cubicBezTo>
                      <a:pt x="887" y="1597"/>
                      <a:pt x="916" y="1584"/>
                      <a:pt x="938" y="1558"/>
                    </a:cubicBezTo>
                    <a:cubicBezTo>
                      <a:pt x="979" y="1516"/>
                      <a:pt x="979" y="1449"/>
                      <a:pt x="929" y="1407"/>
                    </a:cubicBezTo>
                    <a:cubicBezTo>
                      <a:pt x="561" y="1073"/>
                      <a:pt x="310" y="595"/>
                      <a:pt x="226" y="93"/>
                    </a:cubicBezTo>
                    <a:cubicBezTo>
                      <a:pt x="219" y="40"/>
                      <a:pt x="169" y="0"/>
                      <a:pt x="1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32"/>
              <p:cNvSpPr/>
              <p:nvPr/>
            </p:nvSpPr>
            <p:spPr>
              <a:xfrm>
                <a:off x="7264525" y="3182100"/>
                <a:ext cx="22000" cy="20100"/>
              </a:xfrm>
              <a:custGeom>
                <a:rect b="b" l="l" r="r" t="t"/>
                <a:pathLst>
                  <a:path extrusionOk="0" h="804" w="880">
                    <a:moveTo>
                      <a:pt x="216" y="0"/>
                    </a:moveTo>
                    <a:cubicBezTo>
                      <a:pt x="191" y="0"/>
                      <a:pt x="163" y="3"/>
                      <a:pt x="134" y="9"/>
                    </a:cubicBezTo>
                    <a:cubicBezTo>
                      <a:pt x="34" y="34"/>
                      <a:pt x="0" y="168"/>
                      <a:pt x="42" y="268"/>
                    </a:cubicBezTo>
                    <a:cubicBezTo>
                      <a:pt x="76" y="369"/>
                      <a:pt x="159" y="444"/>
                      <a:pt x="235" y="519"/>
                    </a:cubicBezTo>
                    <a:cubicBezTo>
                      <a:pt x="302" y="578"/>
                      <a:pt x="352" y="653"/>
                      <a:pt x="419" y="704"/>
                    </a:cubicBezTo>
                    <a:cubicBezTo>
                      <a:pt x="486" y="762"/>
                      <a:pt x="570" y="804"/>
                      <a:pt x="653" y="804"/>
                    </a:cubicBezTo>
                    <a:cubicBezTo>
                      <a:pt x="745" y="804"/>
                      <a:pt x="829" y="754"/>
                      <a:pt x="854" y="670"/>
                    </a:cubicBezTo>
                    <a:cubicBezTo>
                      <a:pt x="879" y="578"/>
                      <a:pt x="812" y="486"/>
                      <a:pt x="754" y="402"/>
                    </a:cubicBezTo>
                    <a:cubicBezTo>
                      <a:pt x="670" y="302"/>
                      <a:pt x="578" y="210"/>
                      <a:pt x="486" y="118"/>
                    </a:cubicBezTo>
                    <a:cubicBezTo>
                      <a:pt x="417" y="56"/>
                      <a:pt x="332" y="0"/>
                      <a:pt x="2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p32"/>
              <p:cNvSpPr/>
              <p:nvPr/>
            </p:nvSpPr>
            <p:spPr>
              <a:xfrm>
                <a:off x="7248400" y="3205650"/>
                <a:ext cx="24925" cy="15650"/>
              </a:xfrm>
              <a:custGeom>
                <a:rect b="b" l="l" r="r" t="t"/>
                <a:pathLst>
                  <a:path extrusionOk="0" h="626" w="997">
                    <a:moveTo>
                      <a:pt x="271" y="0"/>
                    </a:moveTo>
                    <a:cubicBezTo>
                      <a:pt x="210" y="0"/>
                      <a:pt x="147" y="17"/>
                      <a:pt x="85" y="63"/>
                    </a:cubicBezTo>
                    <a:cubicBezTo>
                      <a:pt x="1" y="121"/>
                      <a:pt x="18" y="255"/>
                      <a:pt x="85" y="339"/>
                    </a:cubicBezTo>
                    <a:cubicBezTo>
                      <a:pt x="160" y="414"/>
                      <a:pt x="269" y="448"/>
                      <a:pt x="361" y="498"/>
                    </a:cubicBezTo>
                    <a:cubicBezTo>
                      <a:pt x="445" y="532"/>
                      <a:pt x="520" y="573"/>
                      <a:pt x="604" y="598"/>
                    </a:cubicBezTo>
                    <a:cubicBezTo>
                      <a:pt x="654" y="614"/>
                      <a:pt x="707" y="626"/>
                      <a:pt x="758" y="626"/>
                    </a:cubicBezTo>
                    <a:cubicBezTo>
                      <a:pt x="792" y="626"/>
                      <a:pt x="825" y="620"/>
                      <a:pt x="855" y="607"/>
                    </a:cubicBezTo>
                    <a:cubicBezTo>
                      <a:pt x="938" y="573"/>
                      <a:pt x="997" y="498"/>
                      <a:pt x="989" y="414"/>
                    </a:cubicBezTo>
                    <a:cubicBezTo>
                      <a:pt x="980" y="314"/>
                      <a:pt x="888" y="247"/>
                      <a:pt x="796" y="205"/>
                    </a:cubicBezTo>
                    <a:cubicBezTo>
                      <a:pt x="687" y="138"/>
                      <a:pt x="570" y="80"/>
                      <a:pt x="445" y="38"/>
                    </a:cubicBezTo>
                    <a:cubicBezTo>
                      <a:pt x="390" y="17"/>
                      <a:pt x="332" y="0"/>
                      <a:pt x="27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" name="Google Shape;392;p32"/>
              <p:cNvSpPr/>
              <p:nvPr/>
            </p:nvSpPr>
            <p:spPr>
              <a:xfrm>
                <a:off x="7589875" y="3165975"/>
                <a:ext cx="117825" cy="126925"/>
              </a:xfrm>
              <a:custGeom>
                <a:rect b="b" l="l" r="r" t="t"/>
                <a:pathLst>
                  <a:path extrusionOk="0" h="5077" w="4713">
                    <a:moveTo>
                      <a:pt x="1819" y="1"/>
                    </a:moveTo>
                    <a:cubicBezTo>
                      <a:pt x="1443" y="1"/>
                      <a:pt x="1068" y="81"/>
                      <a:pt x="729" y="252"/>
                    </a:cubicBezTo>
                    <a:lnTo>
                      <a:pt x="1" y="4295"/>
                    </a:lnTo>
                    <a:cubicBezTo>
                      <a:pt x="484" y="4811"/>
                      <a:pt x="1191" y="5077"/>
                      <a:pt x="1895" y="5077"/>
                    </a:cubicBezTo>
                    <a:cubicBezTo>
                      <a:pt x="2446" y="5077"/>
                      <a:pt x="2995" y="4914"/>
                      <a:pt x="3432" y="4579"/>
                    </a:cubicBezTo>
                    <a:cubicBezTo>
                      <a:pt x="4436" y="3809"/>
                      <a:pt x="4713" y="2252"/>
                      <a:pt x="4043" y="1181"/>
                    </a:cubicBezTo>
                    <a:cubicBezTo>
                      <a:pt x="3580" y="437"/>
                      <a:pt x="2696" y="1"/>
                      <a:pt x="18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32"/>
              <p:cNvSpPr/>
              <p:nvPr/>
            </p:nvSpPr>
            <p:spPr>
              <a:xfrm>
                <a:off x="7621675" y="3204275"/>
                <a:ext cx="54225" cy="21850"/>
              </a:xfrm>
              <a:custGeom>
                <a:rect b="b" l="l" r="r" t="t"/>
                <a:pathLst>
                  <a:path extrusionOk="0" h="874" w="2169">
                    <a:moveTo>
                      <a:pt x="570" y="1"/>
                    </a:moveTo>
                    <a:cubicBezTo>
                      <a:pt x="411" y="1"/>
                      <a:pt x="252" y="26"/>
                      <a:pt x="93" y="59"/>
                    </a:cubicBezTo>
                    <a:cubicBezTo>
                      <a:pt x="34" y="76"/>
                      <a:pt x="1" y="135"/>
                      <a:pt x="18" y="193"/>
                    </a:cubicBezTo>
                    <a:cubicBezTo>
                      <a:pt x="33" y="246"/>
                      <a:pt x="81" y="278"/>
                      <a:pt x="134" y="278"/>
                    </a:cubicBezTo>
                    <a:cubicBezTo>
                      <a:pt x="139" y="278"/>
                      <a:pt x="145" y="278"/>
                      <a:pt x="151" y="277"/>
                    </a:cubicBezTo>
                    <a:cubicBezTo>
                      <a:pt x="285" y="235"/>
                      <a:pt x="428" y="218"/>
                      <a:pt x="570" y="218"/>
                    </a:cubicBezTo>
                    <a:cubicBezTo>
                      <a:pt x="1097" y="218"/>
                      <a:pt x="1616" y="444"/>
                      <a:pt x="1959" y="838"/>
                    </a:cubicBezTo>
                    <a:cubicBezTo>
                      <a:pt x="1982" y="861"/>
                      <a:pt x="2013" y="873"/>
                      <a:pt x="2044" y="873"/>
                    </a:cubicBezTo>
                    <a:cubicBezTo>
                      <a:pt x="2070" y="873"/>
                      <a:pt x="2096" y="865"/>
                      <a:pt x="2118" y="846"/>
                    </a:cubicBezTo>
                    <a:cubicBezTo>
                      <a:pt x="2160" y="804"/>
                      <a:pt x="2168" y="737"/>
                      <a:pt x="2127" y="695"/>
                    </a:cubicBezTo>
                    <a:cubicBezTo>
                      <a:pt x="1733" y="252"/>
                      <a:pt x="1156" y="1"/>
                      <a:pt x="5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32"/>
              <p:cNvSpPr/>
              <p:nvPr/>
            </p:nvSpPr>
            <p:spPr>
              <a:xfrm>
                <a:off x="7633400" y="3205950"/>
                <a:ext cx="17400" cy="42800"/>
              </a:xfrm>
              <a:custGeom>
                <a:rect b="b" l="l" r="r" t="t"/>
                <a:pathLst>
                  <a:path extrusionOk="0" h="1712" w="696">
                    <a:moveTo>
                      <a:pt x="586" y="1"/>
                    </a:moveTo>
                    <a:cubicBezTo>
                      <a:pt x="519" y="1"/>
                      <a:pt x="477" y="51"/>
                      <a:pt x="477" y="109"/>
                    </a:cubicBezTo>
                    <a:cubicBezTo>
                      <a:pt x="477" y="135"/>
                      <a:pt x="477" y="160"/>
                      <a:pt x="477" y="176"/>
                    </a:cubicBezTo>
                    <a:cubicBezTo>
                      <a:pt x="477" y="670"/>
                      <a:pt x="327" y="1147"/>
                      <a:pt x="34" y="1532"/>
                    </a:cubicBezTo>
                    <a:cubicBezTo>
                      <a:pt x="0" y="1582"/>
                      <a:pt x="9" y="1649"/>
                      <a:pt x="59" y="1691"/>
                    </a:cubicBezTo>
                    <a:cubicBezTo>
                      <a:pt x="79" y="1705"/>
                      <a:pt x="102" y="1711"/>
                      <a:pt x="124" y="1711"/>
                    </a:cubicBezTo>
                    <a:cubicBezTo>
                      <a:pt x="157" y="1711"/>
                      <a:pt x="190" y="1696"/>
                      <a:pt x="210" y="1666"/>
                    </a:cubicBezTo>
                    <a:cubicBezTo>
                      <a:pt x="528" y="1239"/>
                      <a:pt x="695" y="712"/>
                      <a:pt x="695" y="176"/>
                    </a:cubicBezTo>
                    <a:cubicBezTo>
                      <a:pt x="695" y="151"/>
                      <a:pt x="695" y="126"/>
                      <a:pt x="695" y="101"/>
                    </a:cubicBezTo>
                    <a:cubicBezTo>
                      <a:pt x="695" y="42"/>
                      <a:pt x="645" y="1"/>
                      <a:pt x="58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" name="Google Shape;395;p32"/>
              <p:cNvSpPr/>
              <p:nvPr/>
            </p:nvSpPr>
            <p:spPr>
              <a:xfrm>
                <a:off x="7643450" y="3153350"/>
                <a:ext cx="13400" cy="25200"/>
              </a:xfrm>
              <a:custGeom>
                <a:rect b="b" l="l" r="r" t="t"/>
                <a:pathLst>
                  <a:path extrusionOk="0" h="1008" w="536">
                    <a:moveTo>
                      <a:pt x="321" y="1"/>
                    </a:moveTo>
                    <a:cubicBezTo>
                      <a:pt x="258" y="1"/>
                      <a:pt x="190" y="43"/>
                      <a:pt x="151" y="104"/>
                    </a:cubicBezTo>
                    <a:cubicBezTo>
                      <a:pt x="84" y="188"/>
                      <a:pt x="75" y="297"/>
                      <a:pt x="50" y="406"/>
                    </a:cubicBezTo>
                    <a:cubicBezTo>
                      <a:pt x="34" y="489"/>
                      <a:pt x="9" y="573"/>
                      <a:pt x="0" y="665"/>
                    </a:cubicBezTo>
                    <a:cubicBezTo>
                      <a:pt x="0" y="749"/>
                      <a:pt x="9" y="841"/>
                      <a:pt x="59" y="916"/>
                    </a:cubicBezTo>
                    <a:cubicBezTo>
                      <a:pt x="92" y="970"/>
                      <a:pt x="158" y="1007"/>
                      <a:pt x="226" y="1007"/>
                    </a:cubicBezTo>
                    <a:cubicBezTo>
                      <a:pt x="243" y="1007"/>
                      <a:pt x="260" y="1005"/>
                      <a:pt x="276" y="1000"/>
                    </a:cubicBezTo>
                    <a:cubicBezTo>
                      <a:pt x="368" y="966"/>
                      <a:pt x="410" y="858"/>
                      <a:pt x="435" y="766"/>
                    </a:cubicBezTo>
                    <a:cubicBezTo>
                      <a:pt x="469" y="640"/>
                      <a:pt x="502" y="514"/>
                      <a:pt x="519" y="381"/>
                    </a:cubicBezTo>
                    <a:cubicBezTo>
                      <a:pt x="536" y="272"/>
                      <a:pt x="527" y="138"/>
                      <a:pt x="410" y="37"/>
                    </a:cubicBezTo>
                    <a:cubicBezTo>
                      <a:pt x="385" y="12"/>
                      <a:pt x="354" y="1"/>
                      <a:pt x="32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p32"/>
              <p:cNvSpPr/>
              <p:nvPr/>
            </p:nvSpPr>
            <p:spPr>
              <a:xfrm>
                <a:off x="7666250" y="3166775"/>
                <a:ext cx="18425" cy="23300"/>
              </a:xfrm>
              <a:custGeom>
                <a:rect b="b" l="l" r="r" t="t"/>
                <a:pathLst>
                  <a:path extrusionOk="0" h="932" w="737">
                    <a:moveTo>
                      <a:pt x="527" y="0"/>
                    </a:moveTo>
                    <a:cubicBezTo>
                      <a:pt x="477" y="0"/>
                      <a:pt x="425" y="17"/>
                      <a:pt x="385" y="44"/>
                    </a:cubicBezTo>
                    <a:cubicBezTo>
                      <a:pt x="302" y="103"/>
                      <a:pt x="251" y="203"/>
                      <a:pt x="193" y="295"/>
                    </a:cubicBezTo>
                    <a:cubicBezTo>
                      <a:pt x="151" y="371"/>
                      <a:pt x="92" y="446"/>
                      <a:pt x="59" y="521"/>
                    </a:cubicBezTo>
                    <a:cubicBezTo>
                      <a:pt x="26" y="605"/>
                      <a:pt x="0" y="689"/>
                      <a:pt x="26" y="773"/>
                    </a:cubicBezTo>
                    <a:cubicBezTo>
                      <a:pt x="42" y="856"/>
                      <a:pt x="118" y="932"/>
                      <a:pt x="201" y="932"/>
                    </a:cubicBezTo>
                    <a:cubicBezTo>
                      <a:pt x="293" y="932"/>
                      <a:pt x="377" y="848"/>
                      <a:pt x="436" y="764"/>
                    </a:cubicBezTo>
                    <a:cubicBezTo>
                      <a:pt x="511" y="664"/>
                      <a:pt x="578" y="547"/>
                      <a:pt x="636" y="438"/>
                    </a:cubicBezTo>
                    <a:cubicBezTo>
                      <a:pt x="695" y="329"/>
                      <a:pt x="737" y="212"/>
                      <a:pt x="662" y="70"/>
                    </a:cubicBezTo>
                    <a:cubicBezTo>
                      <a:pt x="635" y="21"/>
                      <a:pt x="583" y="0"/>
                      <a:pt x="5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397;p32"/>
              <p:cNvSpPr/>
              <p:nvPr/>
            </p:nvSpPr>
            <p:spPr>
              <a:xfrm>
                <a:off x="7332725" y="3072675"/>
                <a:ext cx="290025" cy="263825"/>
              </a:xfrm>
              <a:custGeom>
                <a:rect b="b" l="l" r="r" t="t"/>
                <a:pathLst>
                  <a:path extrusionOk="0" h="10553" w="11601">
                    <a:moveTo>
                      <a:pt x="7567" y="0"/>
                    </a:moveTo>
                    <a:cubicBezTo>
                      <a:pt x="5834" y="2268"/>
                      <a:pt x="3056" y="3934"/>
                      <a:pt x="110" y="4244"/>
                    </a:cubicBezTo>
                    <a:cubicBezTo>
                      <a:pt x="1" y="6554"/>
                      <a:pt x="1131" y="8696"/>
                      <a:pt x="2955" y="9776"/>
                    </a:cubicBezTo>
                    <a:cubicBezTo>
                      <a:pt x="3823" y="10293"/>
                      <a:pt x="4834" y="10553"/>
                      <a:pt x="5843" y="10553"/>
                    </a:cubicBezTo>
                    <a:cubicBezTo>
                      <a:pt x="6957" y="10553"/>
                      <a:pt x="8068" y="10237"/>
                      <a:pt x="8981" y="9600"/>
                    </a:cubicBezTo>
                    <a:cubicBezTo>
                      <a:pt x="10722" y="8378"/>
                      <a:pt x="11601" y="6026"/>
                      <a:pt x="11015" y="3984"/>
                    </a:cubicBezTo>
                    <a:cubicBezTo>
                      <a:pt x="9349" y="3172"/>
                      <a:pt x="7977" y="1716"/>
                      <a:pt x="756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32"/>
              <p:cNvSpPr/>
              <p:nvPr/>
            </p:nvSpPr>
            <p:spPr>
              <a:xfrm>
                <a:off x="7524300" y="3173750"/>
                <a:ext cx="18325" cy="16150"/>
              </a:xfrm>
              <a:custGeom>
                <a:rect b="b" l="l" r="r" t="t"/>
                <a:pathLst>
                  <a:path extrusionOk="0" h="646" w="733">
                    <a:moveTo>
                      <a:pt x="379" y="1"/>
                    </a:moveTo>
                    <a:cubicBezTo>
                      <a:pt x="187" y="1"/>
                      <a:pt x="0" y="182"/>
                      <a:pt x="29" y="376"/>
                    </a:cubicBezTo>
                    <a:cubicBezTo>
                      <a:pt x="53" y="536"/>
                      <a:pt x="215" y="646"/>
                      <a:pt x="373" y="646"/>
                    </a:cubicBezTo>
                    <a:cubicBezTo>
                      <a:pt x="438" y="646"/>
                      <a:pt x="503" y="627"/>
                      <a:pt x="556" y="586"/>
                    </a:cubicBezTo>
                    <a:cubicBezTo>
                      <a:pt x="732" y="452"/>
                      <a:pt x="699" y="109"/>
                      <a:pt x="473" y="16"/>
                    </a:cubicBezTo>
                    <a:cubicBezTo>
                      <a:pt x="442" y="6"/>
                      <a:pt x="410" y="1"/>
                      <a:pt x="37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32"/>
              <p:cNvSpPr/>
              <p:nvPr/>
            </p:nvSpPr>
            <p:spPr>
              <a:xfrm>
                <a:off x="7522300" y="3171225"/>
                <a:ext cx="21375" cy="21350"/>
              </a:xfrm>
              <a:custGeom>
                <a:rect b="b" l="l" r="r" t="t"/>
                <a:pathLst>
                  <a:path extrusionOk="0" h="854" w="855">
                    <a:moveTo>
                      <a:pt x="452" y="210"/>
                    </a:moveTo>
                    <a:cubicBezTo>
                      <a:pt x="477" y="210"/>
                      <a:pt x="494" y="210"/>
                      <a:pt x="511" y="218"/>
                    </a:cubicBezTo>
                    <a:cubicBezTo>
                      <a:pt x="553" y="235"/>
                      <a:pt x="586" y="260"/>
                      <a:pt x="611" y="302"/>
                    </a:cubicBezTo>
                    <a:cubicBezTo>
                      <a:pt x="628" y="335"/>
                      <a:pt x="645" y="385"/>
                      <a:pt x="645" y="436"/>
                    </a:cubicBezTo>
                    <a:cubicBezTo>
                      <a:pt x="645" y="511"/>
                      <a:pt x="620" y="569"/>
                      <a:pt x="569" y="603"/>
                    </a:cubicBezTo>
                    <a:cubicBezTo>
                      <a:pt x="536" y="628"/>
                      <a:pt x="503" y="645"/>
                      <a:pt x="452" y="645"/>
                    </a:cubicBezTo>
                    <a:cubicBezTo>
                      <a:pt x="402" y="645"/>
                      <a:pt x="344" y="620"/>
                      <a:pt x="293" y="586"/>
                    </a:cubicBezTo>
                    <a:cubicBezTo>
                      <a:pt x="251" y="553"/>
                      <a:pt x="218" y="511"/>
                      <a:pt x="210" y="461"/>
                    </a:cubicBezTo>
                    <a:lnTo>
                      <a:pt x="210" y="436"/>
                    </a:lnTo>
                    <a:cubicBezTo>
                      <a:pt x="210" y="385"/>
                      <a:pt x="235" y="327"/>
                      <a:pt x="285" y="277"/>
                    </a:cubicBezTo>
                    <a:cubicBezTo>
                      <a:pt x="335" y="235"/>
                      <a:pt x="402" y="210"/>
                      <a:pt x="452" y="210"/>
                    </a:cubicBezTo>
                    <a:close/>
                    <a:moveTo>
                      <a:pt x="452" y="0"/>
                    </a:moveTo>
                    <a:cubicBezTo>
                      <a:pt x="335" y="0"/>
                      <a:pt x="226" y="51"/>
                      <a:pt x="143" y="126"/>
                    </a:cubicBezTo>
                    <a:cubicBezTo>
                      <a:pt x="59" y="201"/>
                      <a:pt x="0" y="310"/>
                      <a:pt x="0" y="436"/>
                    </a:cubicBezTo>
                    <a:lnTo>
                      <a:pt x="9" y="494"/>
                    </a:lnTo>
                    <a:cubicBezTo>
                      <a:pt x="25" y="603"/>
                      <a:pt x="84" y="695"/>
                      <a:pt x="168" y="754"/>
                    </a:cubicBezTo>
                    <a:cubicBezTo>
                      <a:pt x="251" y="812"/>
                      <a:pt x="352" y="854"/>
                      <a:pt x="452" y="854"/>
                    </a:cubicBezTo>
                    <a:cubicBezTo>
                      <a:pt x="536" y="854"/>
                      <a:pt x="628" y="829"/>
                      <a:pt x="695" y="770"/>
                    </a:cubicBezTo>
                    <a:cubicBezTo>
                      <a:pt x="804" y="687"/>
                      <a:pt x="854" y="561"/>
                      <a:pt x="854" y="436"/>
                    </a:cubicBezTo>
                    <a:cubicBezTo>
                      <a:pt x="854" y="352"/>
                      <a:pt x="829" y="268"/>
                      <a:pt x="787" y="193"/>
                    </a:cubicBezTo>
                    <a:cubicBezTo>
                      <a:pt x="745" y="117"/>
                      <a:pt x="678" y="59"/>
                      <a:pt x="586" y="25"/>
                    </a:cubicBezTo>
                    <a:cubicBezTo>
                      <a:pt x="544" y="9"/>
                      <a:pt x="494" y="0"/>
                      <a:pt x="4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" name="Google Shape;400;p32"/>
              <p:cNvSpPr/>
              <p:nvPr/>
            </p:nvSpPr>
            <p:spPr>
              <a:xfrm>
                <a:off x="7386000" y="3187075"/>
                <a:ext cx="18325" cy="16100"/>
              </a:xfrm>
              <a:custGeom>
                <a:rect b="b" l="l" r="r" t="t"/>
                <a:pathLst>
                  <a:path extrusionOk="0" h="644" w="733">
                    <a:moveTo>
                      <a:pt x="370" y="0"/>
                    </a:moveTo>
                    <a:cubicBezTo>
                      <a:pt x="182" y="0"/>
                      <a:pt x="1" y="179"/>
                      <a:pt x="29" y="371"/>
                    </a:cubicBezTo>
                    <a:cubicBezTo>
                      <a:pt x="53" y="533"/>
                      <a:pt x="219" y="643"/>
                      <a:pt x="379" y="643"/>
                    </a:cubicBezTo>
                    <a:cubicBezTo>
                      <a:pt x="442" y="643"/>
                      <a:pt x="504" y="626"/>
                      <a:pt x="556" y="588"/>
                    </a:cubicBezTo>
                    <a:cubicBezTo>
                      <a:pt x="732" y="446"/>
                      <a:pt x="699" y="103"/>
                      <a:pt x="473" y="19"/>
                    </a:cubicBezTo>
                    <a:cubicBezTo>
                      <a:pt x="439" y="6"/>
                      <a:pt x="405" y="0"/>
                      <a:pt x="37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" name="Google Shape;401;p32"/>
              <p:cNvSpPr/>
              <p:nvPr/>
            </p:nvSpPr>
            <p:spPr>
              <a:xfrm>
                <a:off x="7384000" y="3184400"/>
                <a:ext cx="21350" cy="21375"/>
              </a:xfrm>
              <a:custGeom>
                <a:rect b="b" l="l" r="r" t="t"/>
                <a:pathLst>
                  <a:path extrusionOk="0" h="855" w="854">
                    <a:moveTo>
                      <a:pt x="452" y="210"/>
                    </a:moveTo>
                    <a:cubicBezTo>
                      <a:pt x="477" y="210"/>
                      <a:pt x="494" y="218"/>
                      <a:pt x="511" y="227"/>
                    </a:cubicBezTo>
                    <a:cubicBezTo>
                      <a:pt x="553" y="235"/>
                      <a:pt x="586" y="268"/>
                      <a:pt x="611" y="302"/>
                    </a:cubicBezTo>
                    <a:cubicBezTo>
                      <a:pt x="636" y="344"/>
                      <a:pt x="645" y="394"/>
                      <a:pt x="645" y="436"/>
                    </a:cubicBezTo>
                    <a:cubicBezTo>
                      <a:pt x="645" y="511"/>
                      <a:pt x="620" y="578"/>
                      <a:pt x="569" y="612"/>
                    </a:cubicBezTo>
                    <a:cubicBezTo>
                      <a:pt x="536" y="637"/>
                      <a:pt x="502" y="645"/>
                      <a:pt x="461" y="645"/>
                    </a:cubicBezTo>
                    <a:cubicBezTo>
                      <a:pt x="402" y="645"/>
                      <a:pt x="343" y="628"/>
                      <a:pt x="293" y="595"/>
                    </a:cubicBezTo>
                    <a:cubicBezTo>
                      <a:pt x="251" y="553"/>
                      <a:pt x="218" y="511"/>
                      <a:pt x="210" y="461"/>
                    </a:cubicBezTo>
                    <a:lnTo>
                      <a:pt x="210" y="444"/>
                    </a:lnTo>
                    <a:cubicBezTo>
                      <a:pt x="210" y="386"/>
                      <a:pt x="235" y="327"/>
                      <a:pt x="285" y="285"/>
                    </a:cubicBezTo>
                    <a:cubicBezTo>
                      <a:pt x="335" y="235"/>
                      <a:pt x="402" y="210"/>
                      <a:pt x="452" y="210"/>
                    </a:cubicBezTo>
                    <a:close/>
                    <a:moveTo>
                      <a:pt x="452" y="1"/>
                    </a:moveTo>
                    <a:cubicBezTo>
                      <a:pt x="335" y="1"/>
                      <a:pt x="226" y="51"/>
                      <a:pt x="143" y="134"/>
                    </a:cubicBezTo>
                    <a:cubicBezTo>
                      <a:pt x="59" y="210"/>
                      <a:pt x="0" y="319"/>
                      <a:pt x="0" y="444"/>
                    </a:cubicBezTo>
                    <a:lnTo>
                      <a:pt x="9" y="494"/>
                    </a:lnTo>
                    <a:cubicBezTo>
                      <a:pt x="25" y="603"/>
                      <a:pt x="92" y="695"/>
                      <a:pt x="168" y="762"/>
                    </a:cubicBezTo>
                    <a:cubicBezTo>
                      <a:pt x="251" y="821"/>
                      <a:pt x="352" y="854"/>
                      <a:pt x="461" y="854"/>
                    </a:cubicBezTo>
                    <a:cubicBezTo>
                      <a:pt x="536" y="854"/>
                      <a:pt x="628" y="829"/>
                      <a:pt x="695" y="779"/>
                    </a:cubicBezTo>
                    <a:cubicBezTo>
                      <a:pt x="804" y="695"/>
                      <a:pt x="854" y="561"/>
                      <a:pt x="854" y="436"/>
                    </a:cubicBezTo>
                    <a:cubicBezTo>
                      <a:pt x="854" y="352"/>
                      <a:pt x="829" y="268"/>
                      <a:pt x="787" y="201"/>
                    </a:cubicBezTo>
                    <a:cubicBezTo>
                      <a:pt x="745" y="126"/>
                      <a:pt x="678" y="59"/>
                      <a:pt x="586" y="26"/>
                    </a:cubicBezTo>
                    <a:cubicBezTo>
                      <a:pt x="544" y="9"/>
                      <a:pt x="494" y="1"/>
                      <a:pt x="45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p32"/>
              <p:cNvSpPr/>
              <p:nvPr/>
            </p:nvSpPr>
            <p:spPr>
              <a:xfrm>
                <a:off x="7496550" y="3220400"/>
                <a:ext cx="32675" cy="26350"/>
              </a:xfrm>
              <a:custGeom>
                <a:rect b="b" l="l" r="r" t="t"/>
                <a:pathLst>
                  <a:path extrusionOk="0" h="1054" w="1307">
                    <a:moveTo>
                      <a:pt x="1189" y="0"/>
                    </a:moveTo>
                    <a:cubicBezTo>
                      <a:pt x="771" y="260"/>
                      <a:pt x="369" y="544"/>
                      <a:pt x="1" y="904"/>
                    </a:cubicBezTo>
                    <a:cubicBezTo>
                      <a:pt x="135" y="1003"/>
                      <a:pt x="300" y="1054"/>
                      <a:pt x="466" y="1054"/>
                    </a:cubicBezTo>
                    <a:cubicBezTo>
                      <a:pt x="621" y="1054"/>
                      <a:pt x="775" y="1010"/>
                      <a:pt x="905" y="921"/>
                    </a:cubicBezTo>
                    <a:cubicBezTo>
                      <a:pt x="1173" y="737"/>
                      <a:pt x="1307" y="377"/>
                      <a:pt x="11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32"/>
              <p:cNvSpPr/>
              <p:nvPr/>
            </p:nvSpPr>
            <p:spPr>
              <a:xfrm>
                <a:off x="7493850" y="3217800"/>
                <a:ext cx="36000" cy="31500"/>
              </a:xfrm>
              <a:custGeom>
                <a:rect b="b" l="l" r="r" t="t"/>
                <a:pathLst>
                  <a:path extrusionOk="0" h="1260" w="1440">
                    <a:moveTo>
                      <a:pt x="1224" y="273"/>
                    </a:moveTo>
                    <a:lnTo>
                      <a:pt x="1224" y="273"/>
                    </a:lnTo>
                    <a:cubicBezTo>
                      <a:pt x="1229" y="310"/>
                      <a:pt x="1230" y="346"/>
                      <a:pt x="1230" y="380"/>
                    </a:cubicBezTo>
                    <a:cubicBezTo>
                      <a:pt x="1230" y="623"/>
                      <a:pt x="1122" y="824"/>
                      <a:pt x="954" y="941"/>
                    </a:cubicBezTo>
                    <a:cubicBezTo>
                      <a:pt x="845" y="1016"/>
                      <a:pt x="712" y="1050"/>
                      <a:pt x="569" y="1050"/>
                    </a:cubicBezTo>
                    <a:cubicBezTo>
                      <a:pt x="468" y="1050"/>
                      <a:pt x="367" y="1029"/>
                      <a:pt x="276" y="987"/>
                    </a:cubicBezTo>
                    <a:lnTo>
                      <a:pt x="276" y="987"/>
                    </a:lnTo>
                    <a:cubicBezTo>
                      <a:pt x="572" y="708"/>
                      <a:pt x="895" y="480"/>
                      <a:pt x="1224" y="273"/>
                    </a:cubicBezTo>
                    <a:close/>
                    <a:moveTo>
                      <a:pt x="1302" y="0"/>
                    </a:moveTo>
                    <a:cubicBezTo>
                      <a:pt x="1278" y="0"/>
                      <a:pt x="1257" y="6"/>
                      <a:pt x="1239" y="12"/>
                    </a:cubicBezTo>
                    <a:cubicBezTo>
                      <a:pt x="820" y="271"/>
                      <a:pt x="410" y="564"/>
                      <a:pt x="34" y="933"/>
                    </a:cubicBezTo>
                    <a:cubicBezTo>
                      <a:pt x="9" y="958"/>
                      <a:pt x="0" y="983"/>
                      <a:pt x="0" y="1016"/>
                    </a:cubicBezTo>
                    <a:cubicBezTo>
                      <a:pt x="0" y="1050"/>
                      <a:pt x="17" y="1075"/>
                      <a:pt x="42" y="1092"/>
                    </a:cubicBezTo>
                    <a:cubicBezTo>
                      <a:pt x="201" y="1209"/>
                      <a:pt x="385" y="1259"/>
                      <a:pt x="569" y="1259"/>
                    </a:cubicBezTo>
                    <a:cubicBezTo>
                      <a:pt x="745" y="1259"/>
                      <a:pt x="921" y="1209"/>
                      <a:pt x="1071" y="1108"/>
                    </a:cubicBezTo>
                    <a:cubicBezTo>
                      <a:pt x="1306" y="949"/>
                      <a:pt x="1440" y="682"/>
                      <a:pt x="1440" y="380"/>
                    </a:cubicBezTo>
                    <a:cubicBezTo>
                      <a:pt x="1440" y="280"/>
                      <a:pt x="1423" y="179"/>
                      <a:pt x="1398" y="71"/>
                    </a:cubicBezTo>
                    <a:cubicBezTo>
                      <a:pt x="1381" y="46"/>
                      <a:pt x="1364" y="20"/>
                      <a:pt x="1331" y="4"/>
                    </a:cubicBezTo>
                    <a:cubicBezTo>
                      <a:pt x="1321" y="1"/>
                      <a:pt x="1311" y="0"/>
                      <a:pt x="13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" name="Google Shape;404;p32"/>
              <p:cNvSpPr/>
              <p:nvPr/>
            </p:nvSpPr>
            <p:spPr>
              <a:xfrm>
                <a:off x="7427100" y="3174050"/>
                <a:ext cx="36425" cy="42175"/>
              </a:xfrm>
              <a:custGeom>
                <a:rect b="b" l="l" r="r" t="t"/>
                <a:pathLst>
                  <a:path extrusionOk="0" h="1687" w="1457">
                    <a:moveTo>
                      <a:pt x="742" y="1"/>
                    </a:moveTo>
                    <a:cubicBezTo>
                      <a:pt x="710" y="1"/>
                      <a:pt x="678" y="14"/>
                      <a:pt x="653" y="38"/>
                    </a:cubicBezTo>
                    <a:cubicBezTo>
                      <a:pt x="369" y="389"/>
                      <a:pt x="151" y="800"/>
                      <a:pt x="17" y="1252"/>
                    </a:cubicBezTo>
                    <a:cubicBezTo>
                      <a:pt x="0" y="1302"/>
                      <a:pt x="25" y="1360"/>
                      <a:pt x="76" y="1377"/>
                    </a:cubicBezTo>
                    <a:cubicBezTo>
                      <a:pt x="469" y="1570"/>
                      <a:pt x="904" y="1678"/>
                      <a:pt x="1348" y="1687"/>
                    </a:cubicBezTo>
                    <a:cubicBezTo>
                      <a:pt x="1406" y="1687"/>
                      <a:pt x="1457" y="1645"/>
                      <a:pt x="1457" y="1578"/>
                    </a:cubicBezTo>
                    <a:cubicBezTo>
                      <a:pt x="1457" y="1519"/>
                      <a:pt x="1415" y="1469"/>
                      <a:pt x="1356" y="1469"/>
                    </a:cubicBezTo>
                    <a:cubicBezTo>
                      <a:pt x="978" y="1461"/>
                      <a:pt x="599" y="1375"/>
                      <a:pt x="253" y="1224"/>
                    </a:cubicBezTo>
                    <a:lnTo>
                      <a:pt x="253" y="1224"/>
                    </a:lnTo>
                    <a:cubicBezTo>
                      <a:pt x="380" y="839"/>
                      <a:pt x="571" y="484"/>
                      <a:pt x="821" y="180"/>
                    </a:cubicBezTo>
                    <a:cubicBezTo>
                      <a:pt x="862" y="130"/>
                      <a:pt x="854" y="63"/>
                      <a:pt x="804" y="21"/>
                    </a:cubicBezTo>
                    <a:cubicBezTo>
                      <a:pt x="786" y="7"/>
                      <a:pt x="764" y="1"/>
                      <a:pt x="74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32"/>
              <p:cNvSpPr/>
              <p:nvPr/>
            </p:nvSpPr>
            <p:spPr>
              <a:xfrm>
                <a:off x="7492375" y="3127700"/>
                <a:ext cx="62375" cy="22900"/>
              </a:xfrm>
              <a:custGeom>
                <a:rect b="b" l="l" r="r" t="t"/>
                <a:pathLst>
                  <a:path extrusionOk="0" h="916" w="2495">
                    <a:moveTo>
                      <a:pt x="1222" y="1"/>
                    </a:moveTo>
                    <a:cubicBezTo>
                      <a:pt x="729" y="17"/>
                      <a:pt x="260" y="319"/>
                      <a:pt x="26" y="754"/>
                    </a:cubicBezTo>
                    <a:cubicBezTo>
                      <a:pt x="1" y="812"/>
                      <a:pt x="17" y="879"/>
                      <a:pt x="76" y="904"/>
                    </a:cubicBezTo>
                    <a:cubicBezTo>
                      <a:pt x="91" y="912"/>
                      <a:pt x="108" y="916"/>
                      <a:pt x="124" y="916"/>
                    </a:cubicBezTo>
                    <a:cubicBezTo>
                      <a:pt x="163" y="916"/>
                      <a:pt x="201" y="895"/>
                      <a:pt x="218" y="854"/>
                    </a:cubicBezTo>
                    <a:cubicBezTo>
                      <a:pt x="411" y="486"/>
                      <a:pt x="812" y="235"/>
                      <a:pt x="1231" y="218"/>
                    </a:cubicBezTo>
                    <a:lnTo>
                      <a:pt x="1264" y="218"/>
                    </a:lnTo>
                    <a:cubicBezTo>
                      <a:pt x="1666" y="218"/>
                      <a:pt x="2068" y="444"/>
                      <a:pt x="2269" y="796"/>
                    </a:cubicBezTo>
                    <a:cubicBezTo>
                      <a:pt x="2290" y="828"/>
                      <a:pt x="2326" y="846"/>
                      <a:pt x="2362" y="846"/>
                    </a:cubicBezTo>
                    <a:cubicBezTo>
                      <a:pt x="2382" y="846"/>
                      <a:pt x="2401" y="841"/>
                      <a:pt x="2419" y="829"/>
                    </a:cubicBezTo>
                    <a:cubicBezTo>
                      <a:pt x="2469" y="804"/>
                      <a:pt x="2495" y="737"/>
                      <a:pt x="2461" y="678"/>
                    </a:cubicBezTo>
                    <a:cubicBezTo>
                      <a:pt x="2210" y="268"/>
                      <a:pt x="1741" y="1"/>
                      <a:pt x="12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06" name="Google Shape;406;p32"/>
          <p:cNvSpPr/>
          <p:nvPr/>
        </p:nvSpPr>
        <p:spPr>
          <a:xfrm>
            <a:off x="5174250" y="1053325"/>
            <a:ext cx="130500" cy="130500"/>
          </a:xfrm>
          <a:prstGeom prst="star4">
            <a:avLst>
              <a:gd fmla="val 2019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32"/>
          <p:cNvSpPr/>
          <p:nvPr/>
        </p:nvSpPr>
        <p:spPr>
          <a:xfrm>
            <a:off x="7611250" y="258875"/>
            <a:ext cx="130500" cy="130500"/>
          </a:xfrm>
          <a:prstGeom prst="star4">
            <a:avLst>
              <a:gd fmla="val 2019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8" name="Google Shape;408;p32"/>
          <p:cNvGrpSpPr/>
          <p:nvPr/>
        </p:nvGrpSpPr>
        <p:grpSpPr>
          <a:xfrm>
            <a:off x="-731362" y="4187625"/>
            <a:ext cx="1468462" cy="1461300"/>
            <a:chOff x="4512688" y="583425"/>
            <a:chExt cx="1468462" cy="1461300"/>
          </a:xfrm>
        </p:grpSpPr>
        <p:sp>
          <p:nvSpPr>
            <p:cNvPr id="409" name="Google Shape;409;p32"/>
            <p:cNvSpPr/>
            <p:nvPr/>
          </p:nvSpPr>
          <p:spPr>
            <a:xfrm>
              <a:off x="4512688" y="583425"/>
              <a:ext cx="1461300" cy="1461300"/>
            </a:xfrm>
            <a:prstGeom prst="star12">
              <a:avLst>
                <a:gd fmla="val 27973" name="adj"/>
              </a:avLst>
            </a:prstGeom>
            <a:solidFill>
              <a:schemeClr val="accent5"/>
            </a:solidFill>
            <a:ln cap="flat" cmpd="sng" w="152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32"/>
            <p:cNvSpPr/>
            <p:nvPr/>
          </p:nvSpPr>
          <p:spPr>
            <a:xfrm>
              <a:off x="4519850" y="583425"/>
              <a:ext cx="1461300" cy="1461300"/>
            </a:xfrm>
            <a:prstGeom prst="star12">
              <a:avLst>
                <a:gd fmla="val 27973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1" name="Google Shape;411;p32"/>
          <p:cNvSpPr/>
          <p:nvPr/>
        </p:nvSpPr>
        <p:spPr>
          <a:xfrm rot="-5955080">
            <a:off x="-1360289" y="-1613282"/>
            <a:ext cx="4520519" cy="4949763"/>
          </a:xfrm>
          <a:custGeom>
            <a:rect b="b" l="l" r="r" t="t"/>
            <a:pathLst>
              <a:path extrusionOk="0" h="197988" w="210956">
                <a:moveTo>
                  <a:pt x="0" y="0"/>
                </a:moveTo>
                <a:cubicBezTo>
                  <a:pt x="7476" y="2138"/>
                  <a:pt x="17387" y="3477"/>
                  <a:pt x="20864" y="10432"/>
                </a:cubicBezTo>
                <a:cubicBezTo>
                  <a:pt x="22279" y="13262"/>
                  <a:pt x="22444" y="16573"/>
                  <a:pt x="22892" y="19705"/>
                </a:cubicBezTo>
                <a:cubicBezTo>
                  <a:pt x="24464" y="30699"/>
                  <a:pt x="8902" y="43124"/>
                  <a:pt x="15358" y="52160"/>
                </a:cubicBezTo>
                <a:cubicBezTo>
                  <a:pt x="20806" y="59785"/>
                  <a:pt x="35972" y="51833"/>
                  <a:pt x="42597" y="45205"/>
                </a:cubicBezTo>
                <a:cubicBezTo>
                  <a:pt x="48594" y="39206"/>
                  <a:pt x="56203" y="31402"/>
                  <a:pt x="64620" y="32455"/>
                </a:cubicBezTo>
                <a:cubicBezTo>
                  <a:pt x="73718" y="33593"/>
                  <a:pt x="71661" y="49430"/>
                  <a:pt x="74182" y="58245"/>
                </a:cubicBezTo>
                <a:cubicBezTo>
                  <a:pt x="76430" y="66104"/>
                  <a:pt x="86347" y="70095"/>
                  <a:pt x="94177" y="72444"/>
                </a:cubicBezTo>
                <a:cubicBezTo>
                  <a:pt x="114381" y="78506"/>
                  <a:pt x="133715" y="57563"/>
                  <a:pt x="152711" y="48393"/>
                </a:cubicBezTo>
                <a:cubicBezTo>
                  <a:pt x="162633" y="43603"/>
                  <a:pt x="181507" y="37064"/>
                  <a:pt x="185745" y="47234"/>
                </a:cubicBezTo>
                <a:cubicBezTo>
                  <a:pt x="188483" y="53803"/>
                  <a:pt x="187576" y="63068"/>
                  <a:pt x="182848" y="68387"/>
                </a:cubicBezTo>
                <a:cubicBezTo>
                  <a:pt x="173779" y="78589"/>
                  <a:pt x="159813" y="83087"/>
                  <a:pt x="147785" y="89541"/>
                </a:cubicBezTo>
                <a:cubicBezTo>
                  <a:pt x="132266" y="97868"/>
                  <a:pt x="117053" y="106768"/>
                  <a:pt x="102000" y="115910"/>
                </a:cubicBezTo>
                <a:cubicBezTo>
                  <a:pt x="92830" y="121479"/>
                  <a:pt x="79711" y="127270"/>
                  <a:pt x="78529" y="137933"/>
                </a:cubicBezTo>
                <a:cubicBezTo>
                  <a:pt x="75898" y="161679"/>
                  <a:pt x="127055" y="135408"/>
                  <a:pt x="150103" y="141700"/>
                </a:cubicBezTo>
                <a:cubicBezTo>
                  <a:pt x="153168" y="142537"/>
                  <a:pt x="153291" y="147506"/>
                  <a:pt x="153291" y="150683"/>
                </a:cubicBezTo>
                <a:cubicBezTo>
                  <a:pt x="153291" y="158700"/>
                  <a:pt x="154090" y="166758"/>
                  <a:pt x="153291" y="174735"/>
                </a:cubicBezTo>
                <a:cubicBezTo>
                  <a:pt x="152742" y="180221"/>
                  <a:pt x="150262" y="187354"/>
                  <a:pt x="154160" y="191252"/>
                </a:cubicBezTo>
                <a:cubicBezTo>
                  <a:pt x="167561" y="204653"/>
                  <a:pt x="192004" y="193860"/>
                  <a:pt x="210956" y="19386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2" name="Google Shape;412;p32"/>
          <p:cNvGrpSpPr/>
          <p:nvPr/>
        </p:nvGrpSpPr>
        <p:grpSpPr>
          <a:xfrm flipH="1" rot="1026297">
            <a:off x="1817761" y="77024"/>
            <a:ext cx="683210" cy="1060662"/>
            <a:chOff x="4812938" y="1707375"/>
            <a:chExt cx="903542" cy="1427200"/>
          </a:xfrm>
        </p:grpSpPr>
        <p:sp>
          <p:nvSpPr>
            <p:cNvPr id="413" name="Google Shape;413;p32"/>
            <p:cNvSpPr/>
            <p:nvPr/>
          </p:nvSpPr>
          <p:spPr>
            <a:xfrm>
              <a:off x="4812938" y="1712300"/>
              <a:ext cx="839050" cy="1417375"/>
            </a:xfrm>
            <a:custGeom>
              <a:rect b="b" l="l" r="r" t="t"/>
              <a:pathLst>
                <a:path extrusionOk="0" h="56695" w="33562">
                  <a:moveTo>
                    <a:pt x="16768" y="1"/>
                  </a:moveTo>
                  <a:cubicBezTo>
                    <a:pt x="7533" y="1"/>
                    <a:pt x="34" y="7473"/>
                    <a:pt x="9" y="16714"/>
                  </a:cubicBezTo>
                  <a:cubicBezTo>
                    <a:pt x="0" y="20271"/>
                    <a:pt x="1097" y="23560"/>
                    <a:pt x="2971" y="26272"/>
                  </a:cubicBezTo>
                  <a:lnTo>
                    <a:pt x="2971" y="26263"/>
                  </a:lnTo>
                  <a:lnTo>
                    <a:pt x="2997" y="26305"/>
                  </a:lnTo>
                  <a:cubicBezTo>
                    <a:pt x="3130" y="26498"/>
                    <a:pt x="3264" y="26682"/>
                    <a:pt x="3398" y="26866"/>
                  </a:cubicBezTo>
                  <a:cubicBezTo>
                    <a:pt x="4955" y="29025"/>
                    <a:pt x="10186" y="36608"/>
                    <a:pt x="10362" y="40516"/>
                  </a:cubicBezTo>
                  <a:lnTo>
                    <a:pt x="10169" y="40516"/>
                  </a:lnTo>
                  <a:cubicBezTo>
                    <a:pt x="9449" y="40516"/>
                    <a:pt x="8863" y="41102"/>
                    <a:pt x="8863" y="41822"/>
                  </a:cubicBezTo>
                  <a:lnTo>
                    <a:pt x="8847" y="46207"/>
                  </a:lnTo>
                  <a:cubicBezTo>
                    <a:pt x="8847" y="46927"/>
                    <a:pt x="9433" y="47513"/>
                    <a:pt x="10152" y="47513"/>
                  </a:cubicBezTo>
                  <a:lnTo>
                    <a:pt x="10654" y="47521"/>
                  </a:lnTo>
                  <a:lnTo>
                    <a:pt x="10680" y="47538"/>
                  </a:lnTo>
                  <a:lnTo>
                    <a:pt x="10613" y="47538"/>
                  </a:lnTo>
                  <a:cubicBezTo>
                    <a:pt x="10562" y="47538"/>
                    <a:pt x="10521" y="47530"/>
                    <a:pt x="10479" y="47530"/>
                  </a:cubicBezTo>
                  <a:cubicBezTo>
                    <a:pt x="10286" y="47798"/>
                    <a:pt x="10169" y="48132"/>
                    <a:pt x="10161" y="48492"/>
                  </a:cubicBezTo>
                  <a:cubicBezTo>
                    <a:pt x="10161" y="48886"/>
                    <a:pt x="10303" y="49237"/>
                    <a:pt x="10529" y="49530"/>
                  </a:cubicBezTo>
                  <a:cubicBezTo>
                    <a:pt x="10303" y="49815"/>
                    <a:pt x="10161" y="50166"/>
                    <a:pt x="10161" y="50559"/>
                  </a:cubicBezTo>
                  <a:cubicBezTo>
                    <a:pt x="10161" y="50953"/>
                    <a:pt x="10295" y="51313"/>
                    <a:pt x="10529" y="51597"/>
                  </a:cubicBezTo>
                  <a:cubicBezTo>
                    <a:pt x="10295" y="51882"/>
                    <a:pt x="10152" y="52242"/>
                    <a:pt x="10152" y="52635"/>
                  </a:cubicBezTo>
                  <a:cubicBezTo>
                    <a:pt x="10152" y="53556"/>
                    <a:pt x="10897" y="54309"/>
                    <a:pt x="11818" y="54309"/>
                  </a:cubicBezTo>
                  <a:lnTo>
                    <a:pt x="13626" y="54309"/>
                  </a:lnTo>
                  <a:cubicBezTo>
                    <a:pt x="13935" y="55673"/>
                    <a:pt x="15140" y="56694"/>
                    <a:pt x="16597" y="56694"/>
                  </a:cubicBezTo>
                  <a:cubicBezTo>
                    <a:pt x="16603" y="56694"/>
                    <a:pt x="16609" y="56694"/>
                    <a:pt x="16615" y="56694"/>
                  </a:cubicBezTo>
                  <a:cubicBezTo>
                    <a:pt x="18063" y="56694"/>
                    <a:pt x="19268" y="55684"/>
                    <a:pt x="19584" y="54326"/>
                  </a:cubicBezTo>
                  <a:lnTo>
                    <a:pt x="21484" y="54334"/>
                  </a:lnTo>
                  <a:cubicBezTo>
                    <a:pt x="22413" y="54334"/>
                    <a:pt x="23158" y="53589"/>
                    <a:pt x="23167" y="52668"/>
                  </a:cubicBezTo>
                  <a:cubicBezTo>
                    <a:pt x="23167" y="52275"/>
                    <a:pt x="23024" y="51915"/>
                    <a:pt x="22798" y="51631"/>
                  </a:cubicBezTo>
                  <a:cubicBezTo>
                    <a:pt x="23024" y="51346"/>
                    <a:pt x="23167" y="50986"/>
                    <a:pt x="23167" y="50593"/>
                  </a:cubicBezTo>
                  <a:cubicBezTo>
                    <a:pt x="23167" y="50200"/>
                    <a:pt x="23033" y="49848"/>
                    <a:pt x="22798" y="49555"/>
                  </a:cubicBezTo>
                  <a:cubicBezTo>
                    <a:pt x="23033" y="49271"/>
                    <a:pt x="23175" y="48919"/>
                    <a:pt x="23175" y="48526"/>
                  </a:cubicBezTo>
                  <a:cubicBezTo>
                    <a:pt x="23175" y="48224"/>
                    <a:pt x="23091" y="47940"/>
                    <a:pt x="22949" y="47697"/>
                  </a:cubicBezTo>
                  <a:lnTo>
                    <a:pt x="22982" y="47664"/>
                  </a:lnTo>
                  <a:lnTo>
                    <a:pt x="22974" y="47546"/>
                  </a:lnTo>
                  <a:lnTo>
                    <a:pt x="23091" y="47555"/>
                  </a:lnTo>
                  <a:cubicBezTo>
                    <a:pt x="23811" y="47555"/>
                    <a:pt x="24397" y="46969"/>
                    <a:pt x="24405" y="46249"/>
                  </a:cubicBezTo>
                  <a:lnTo>
                    <a:pt x="24414" y="41864"/>
                  </a:lnTo>
                  <a:cubicBezTo>
                    <a:pt x="24414" y="41136"/>
                    <a:pt x="23836" y="40550"/>
                    <a:pt x="23116" y="40550"/>
                  </a:cubicBezTo>
                  <a:lnTo>
                    <a:pt x="23058" y="40550"/>
                  </a:lnTo>
                  <a:cubicBezTo>
                    <a:pt x="23259" y="36641"/>
                    <a:pt x="28531" y="29092"/>
                    <a:pt x="30088" y="26933"/>
                  </a:cubicBezTo>
                  <a:cubicBezTo>
                    <a:pt x="30230" y="26749"/>
                    <a:pt x="30364" y="26565"/>
                    <a:pt x="30498" y="26381"/>
                  </a:cubicBezTo>
                  <a:lnTo>
                    <a:pt x="30523" y="26339"/>
                  </a:lnTo>
                  <a:lnTo>
                    <a:pt x="30523" y="26347"/>
                  </a:lnTo>
                  <a:cubicBezTo>
                    <a:pt x="32406" y="23644"/>
                    <a:pt x="33528" y="20355"/>
                    <a:pt x="33536" y="16806"/>
                  </a:cubicBezTo>
                  <a:cubicBezTo>
                    <a:pt x="33561" y="7550"/>
                    <a:pt x="26071" y="26"/>
                    <a:pt x="16814" y="1"/>
                  </a:cubicBezTo>
                  <a:cubicBezTo>
                    <a:pt x="16799" y="1"/>
                    <a:pt x="16783" y="1"/>
                    <a:pt x="16768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152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32"/>
            <p:cNvSpPr/>
            <p:nvPr/>
          </p:nvSpPr>
          <p:spPr>
            <a:xfrm>
              <a:off x="5156130" y="3074925"/>
              <a:ext cx="149000" cy="59650"/>
            </a:xfrm>
            <a:custGeom>
              <a:rect b="b" l="l" r="r" t="t"/>
              <a:pathLst>
                <a:path extrusionOk="0" h="2386" w="5960">
                  <a:moveTo>
                    <a:pt x="1" y="0"/>
                  </a:moveTo>
                  <a:cubicBezTo>
                    <a:pt x="302" y="1364"/>
                    <a:pt x="1515" y="2385"/>
                    <a:pt x="2972" y="2385"/>
                  </a:cubicBezTo>
                  <a:cubicBezTo>
                    <a:pt x="2978" y="2385"/>
                    <a:pt x="2983" y="2385"/>
                    <a:pt x="2989" y="2385"/>
                  </a:cubicBezTo>
                  <a:cubicBezTo>
                    <a:pt x="4438" y="2385"/>
                    <a:pt x="5643" y="1367"/>
                    <a:pt x="5959" y="17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32"/>
            <p:cNvSpPr/>
            <p:nvPr/>
          </p:nvSpPr>
          <p:spPr>
            <a:xfrm>
              <a:off x="4815505" y="1717200"/>
              <a:ext cx="839050" cy="1013775"/>
            </a:xfrm>
            <a:custGeom>
              <a:rect b="b" l="l" r="r" t="t"/>
              <a:pathLst>
                <a:path extrusionOk="0" h="40551" w="33562">
                  <a:moveTo>
                    <a:pt x="16768" y="1"/>
                  </a:moveTo>
                  <a:cubicBezTo>
                    <a:pt x="7533" y="1"/>
                    <a:pt x="34" y="7473"/>
                    <a:pt x="9" y="16714"/>
                  </a:cubicBezTo>
                  <a:cubicBezTo>
                    <a:pt x="0" y="20263"/>
                    <a:pt x="1097" y="23560"/>
                    <a:pt x="2971" y="26272"/>
                  </a:cubicBezTo>
                  <a:lnTo>
                    <a:pt x="2971" y="26264"/>
                  </a:lnTo>
                  <a:lnTo>
                    <a:pt x="2997" y="26306"/>
                  </a:lnTo>
                  <a:cubicBezTo>
                    <a:pt x="3130" y="26490"/>
                    <a:pt x="3264" y="26674"/>
                    <a:pt x="3398" y="26858"/>
                  </a:cubicBezTo>
                  <a:cubicBezTo>
                    <a:pt x="4947" y="29026"/>
                    <a:pt x="10186" y="36608"/>
                    <a:pt x="10362" y="40517"/>
                  </a:cubicBezTo>
                  <a:lnTo>
                    <a:pt x="16705" y="40533"/>
                  </a:lnTo>
                  <a:lnTo>
                    <a:pt x="23058" y="40550"/>
                  </a:lnTo>
                  <a:cubicBezTo>
                    <a:pt x="23259" y="36642"/>
                    <a:pt x="28531" y="29084"/>
                    <a:pt x="30088" y="26933"/>
                  </a:cubicBezTo>
                  <a:cubicBezTo>
                    <a:pt x="30230" y="26749"/>
                    <a:pt x="30364" y="26565"/>
                    <a:pt x="30498" y="26381"/>
                  </a:cubicBezTo>
                  <a:lnTo>
                    <a:pt x="30523" y="26339"/>
                  </a:lnTo>
                  <a:lnTo>
                    <a:pt x="30523" y="26347"/>
                  </a:lnTo>
                  <a:cubicBezTo>
                    <a:pt x="32406" y="23636"/>
                    <a:pt x="33528" y="20355"/>
                    <a:pt x="33536" y="16806"/>
                  </a:cubicBezTo>
                  <a:cubicBezTo>
                    <a:pt x="33561" y="7550"/>
                    <a:pt x="26071" y="26"/>
                    <a:pt x="16814" y="1"/>
                  </a:cubicBezTo>
                  <a:cubicBezTo>
                    <a:pt x="16799" y="1"/>
                    <a:pt x="16783" y="1"/>
                    <a:pt x="167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32"/>
            <p:cNvSpPr/>
            <p:nvPr/>
          </p:nvSpPr>
          <p:spPr>
            <a:xfrm>
              <a:off x="5069305" y="2905225"/>
              <a:ext cx="325575" cy="170125"/>
            </a:xfrm>
            <a:custGeom>
              <a:rect b="b" l="l" r="r" t="t"/>
              <a:pathLst>
                <a:path extrusionOk="0" h="6805" w="13023">
                  <a:moveTo>
                    <a:pt x="327" y="1"/>
                  </a:moveTo>
                  <a:cubicBezTo>
                    <a:pt x="134" y="277"/>
                    <a:pt x="17" y="603"/>
                    <a:pt x="9" y="963"/>
                  </a:cubicBezTo>
                  <a:cubicBezTo>
                    <a:pt x="9" y="1356"/>
                    <a:pt x="151" y="1716"/>
                    <a:pt x="377" y="2001"/>
                  </a:cubicBezTo>
                  <a:cubicBezTo>
                    <a:pt x="151" y="2285"/>
                    <a:pt x="9" y="2645"/>
                    <a:pt x="9" y="3039"/>
                  </a:cubicBezTo>
                  <a:cubicBezTo>
                    <a:pt x="9" y="3432"/>
                    <a:pt x="143" y="3784"/>
                    <a:pt x="377" y="4076"/>
                  </a:cubicBezTo>
                  <a:cubicBezTo>
                    <a:pt x="143" y="4361"/>
                    <a:pt x="0" y="4713"/>
                    <a:pt x="0" y="5106"/>
                  </a:cubicBezTo>
                  <a:cubicBezTo>
                    <a:pt x="0" y="6027"/>
                    <a:pt x="745" y="6780"/>
                    <a:pt x="1666" y="6780"/>
                  </a:cubicBezTo>
                  <a:lnTo>
                    <a:pt x="11332" y="6805"/>
                  </a:lnTo>
                  <a:cubicBezTo>
                    <a:pt x="11337" y="6805"/>
                    <a:pt x="11343" y="6805"/>
                    <a:pt x="11348" y="6805"/>
                  </a:cubicBezTo>
                  <a:cubicBezTo>
                    <a:pt x="12270" y="6805"/>
                    <a:pt x="13006" y="6063"/>
                    <a:pt x="13015" y="5139"/>
                  </a:cubicBezTo>
                  <a:cubicBezTo>
                    <a:pt x="13015" y="4746"/>
                    <a:pt x="12872" y="4394"/>
                    <a:pt x="12646" y="4102"/>
                  </a:cubicBezTo>
                  <a:cubicBezTo>
                    <a:pt x="12872" y="3817"/>
                    <a:pt x="13015" y="3466"/>
                    <a:pt x="13015" y="3072"/>
                  </a:cubicBezTo>
                  <a:cubicBezTo>
                    <a:pt x="13015" y="2679"/>
                    <a:pt x="12881" y="2319"/>
                    <a:pt x="12646" y="2034"/>
                  </a:cubicBezTo>
                  <a:cubicBezTo>
                    <a:pt x="12881" y="1750"/>
                    <a:pt x="13023" y="1390"/>
                    <a:pt x="13023" y="997"/>
                  </a:cubicBezTo>
                  <a:cubicBezTo>
                    <a:pt x="13023" y="637"/>
                    <a:pt x="12906" y="302"/>
                    <a:pt x="12705" y="26"/>
                  </a:cubicBezTo>
                  <a:cubicBezTo>
                    <a:pt x="12638" y="42"/>
                    <a:pt x="12563" y="51"/>
                    <a:pt x="12487" y="51"/>
                  </a:cubicBezTo>
                  <a:lnTo>
                    <a:pt x="461" y="17"/>
                  </a:lnTo>
                  <a:cubicBezTo>
                    <a:pt x="410" y="17"/>
                    <a:pt x="369" y="9"/>
                    <a:pt x="3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32"/>
            <p:cNvSpPr/>
            <p:nvPr/>
          </p:nvSpPr>
          <p:spPr>
            <a:xfrm>
              <a:off x="5093155" y="2058000"/>
              <a:ext cx="287300" cy="677350"/>
            </a:xfrm>
            <a:custGeom>
              <a:rect b="b" l="l" r="r" t="t"/>
              <a:pathLst>
                <a:path extrusionOk="0" h="27094" w="11492">
                  <a:moveTo>
                    <a:pt x="10409" y="384"/>
                  </a:moveTo>
                  <a:cubicBezTo>
                    <a:pt x="10545" y="384"/>
                    <a:pt x="10650" y="430"/>
                    <a:pt x="10730" y="488"/>
                  </a:cubicBezTo>
                  <a:cubicBezTo>
                    <a:pt x="10906" y="630"/>
                    <a:pt x="10964" y="873"/>
                    <a:pt x="10989" y="1040"/>
                  </a:cubicBezTo>
                  <a:cubicBezTo>
                    <a:pt x="11098" y="2003"/>
                    <a:pt x="10320" y="3836"/>
                    <a:pt x="8227" y="4924"/>
                  </a:cubicBezTo>
                  <a:cubicBezTo>
                    <a:pt x="8956" y="1174"/>
                    <a:pt x="9809" y="421"/>
                    <a:pt x="10345" y="387"/>
                  </a:cubicBezTo>
                  <a:cubicBezTo>
                    <a:pt x="10367" y="385"/>
                    <a:pt x="10388" y="384"/>
                    <a:pt x="10409" y="384"/>
                  </a:cubicBezTo>
                  <a:close/>
                  <a:moveTo>
                    <a:pt x="902" y="3531"/>
                  </a:moveTo>
                  <a:cubicBezTo>
                    <a:pt x="982" y="3531"/>
                    <a:pt x="1060" y="3556"/>
                    <a:pt x="1139" y="3610"/>
                  </a:cubicBezTo>
                  <a:lnTo>
                    <a:pt x="1189" y="3651"/>
                  </a:lnTo>
                  <a:cubicBezTo>
                    <a:pt x="1532" y="3919"/>
                    <a:pt x="1842" y="4580"/>
                    <a:pt x="2118" y="5526"/>
                  </a:cubicBezTo>
                  <a:cubicBezTo>
                    <a:pt x="1164" y="5208"/>
                    <a:pt x="645" y="4672"/>
                    <a:pt x="511" y="4204"/>
                  </a:cubicBezTo>
                  <a:cubicBezTo>
                    <a:pt x="419" y="3902"/>
                    <a:pt x="503" y="3660"/>
                    <a:pt x="729" y="3568"/>
                  </a:cubicBezTo>
                  <a:cubicBezTo>
                    <a:pt x="788" y="3543"/>
                    <a:pt x="845" y="3531"/>
                    <a:pt x="902" y="3531"/>
                  </a:cubicBezTo>
                  <a:close/>
                  <a:moveTo>
                    <a:pt x="10388" y="0"/>
                  </a:moveTo>
                  <a:cubicBezTo>
                    <a:pt x="10365" y="0"/>
                    <a:pt x="10343" y="1"/>
                    <a:pt x="10320" y="2"/>
                  </a:cubicBezTo>
                  <a:cubicBezTo>
                    <a:pt x="9181" y="78"/>
                    <a:pt x="8386" y="2145"/>
                    <a:pt x="7826" y="5116"/>
                  </a:cubicBezTo>
                  <a:cubicBezTo>
                    <a:pt x="7282" y="5350"/>
                    <a:pt x="6654" y="5543"/>
                    <a:pt x="5951" y="5660"/>
                  </a:cubicBezTo>
                  <a:cubicBezTo>
                    <a:pt x="5278" y="5773"/>
                    <a:pt x="4671" y="5823"/>
                    <a:pt x="4129" y="5823"/>
                  </a:cubicBezTo>
                  <a:cubicBezTo>
                    <a:pt x="3512" y="5823"/>
                    <a:pt x="2978" y="5759"/>
                    <a:pt x="2528" y="5652"/>
                  </a:cubicBezTo>
                  <a:cubicBezTo>
                    <a:pt x="2193" y="4438"/>
                    <a:pt x="1800" y="3593"/>
                    <a:pt x="1348" y="3292"/>
                  </a:cubicBezTo>
                  <a:cubicBezTo>
                    <a:pt x="1204" y="3197"/>
                    <a:pt x="1054" y="3150"/>
                    <a:pt x="901" y="3150"/>
                  </a:cubicBezTo>
                  <a:cubicBezTo>
                    <a:pt x="797" y="3150"/>
                    <a:pt x="692" y="3172"/>
                    <a:pt x="586" y="3216"/>
                  </a:cubicBezTo>
                  <a:cubicBezTo>
                    <a:pt x="176" y="3384"/>
                    <a:pt x="0" y="3819"/>
                    <a:pt x="143" y="4304"/>
                  </a:cubicBezTo>
                  <a:cubicBezTo>
                    <a:pt x="302" y="4840"/>
                    <a:pt x="913" y="5593"/>
                    <a:pt x="2235" y="5970"/>
                  </a:cubicBezTo>
                  <a:cubicBezTo>
                    <a:pt x="3499" y="10933"/>
                    <a:pt x="3984" y="22089"/>
                    <a:pt x="4076" y="26901"/>
                  </a:cubicBezTo>
                  <a:cubicBezTo>
                    <a:pt x="4076" y="26960"/>
                    <a:pt x="4101" y="27010"/>
                    <a:pt x="4143" y="27044"/>
                  </a:cubicBezTo>
                  <a:cubicBezTo>
                    <a:pt x="4177" y="27069"/>
                    <a:pt x="4219" y="27085"/>
                    <a:pt x="4269" y="27085"/>
                  </a:cubicBezTo>
                  <a:cubicBezTo>
                    <a:pt x="4369" y="27085"/>
                    <a:pt x="4453" y="27002"/>
                    <a:pt x="4453" y="26893"/>
                  </a:cubicBezTo>
                  <a:cubicBezTo>
                    <a:pt x="4436" y="26173"/>
                    <a:pt x="4177" y="12238"/>
                    <a:pt x="2637" y="6070"/>
                  </a:cubicBezTo>
                  <a:lnTo>
                    <a:pt x="2637" y="6070"/>
                  </a:lnTo>
                  <a:cubicBezTo>
                    <a:pt x="3059" y="6157"/>
                    <a:pt x="3545" y="6207"/>
                    <a:pt x="4100" y="6207"/>
                  </a:cubicBezTo>
                  <a:cubicBezTo>
                    <a:pt x="4666" y="6207"/>
                    <a:pt x="5303" y="6155"/>
                    <a:pt x="6018" y="6037"/>
                  </a:cubicBezTo>
                  <a:cubicBezTo>
                    <a:pt x="6654" y="5928"/>
                    <a:pt x="7231" y="5769"/>
                    <a:pt x="7742" y="5560"/>
                  </a:cubicBezTo>
                  <a:lnTo>
                    <a:pt x="7742" y="5560"/>
                  </a:lnTo>
                  <a:cubicBezTo>
                    <a:pt x="6353" y="13385"/>
                    <a:pt x="6495" y="26717"/>
                    <a:pt x="6495" y="26901"/>
                  </a:cubicBezTo>
                  <a:cubicBezTo>
                    <a:pt x="6503" y="27010"/>
                    <a:pt x="6587" y="27094"/>
                    <a:pt x="6687" y="27094"/>
                  </a:cubicBezTo>
                  <a:cubicBezTo>
                    <a:pt x="6796" y="27094"/>
                    <a:pt x="6880" y="27002"/>
                    <a:pt x="6880" y="26901"/>
                  </a:cubicBezTo>
                  <a:cubicBezTo>
                    <a:pt x="6846" y="24022"/>
                    <a:pt x="6905" y="17611"/>
                    <a:pt x="7365" y="11837"/>
                  </a:cubicBezTo>
                  <a:cubicBezTo>
                    <a:pt x="7583" y="9091"/>
                    <a:pt x="7851" y="6991"/>
                    <a:pt x="8144" y="5384"/>
                  </a:cubicBezTo>
                  <a:cubicBezTo>
                    <a:pt x="10588" y="4229"/>
                    <a:pt x="11491" y="2095"/>
                    <a:pt x="11366" y="998"/>
                  </a:cubicBezTo>
                  <a:cubicBezTo>
                    <a:pt x="11294" y="380"/>
                    <a:pt x="10921" y="0"/>
                    <a:pt x="103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32"/>
            <p:cNvSpPr/>
            <p:nvPr/>
          </p:nvSpPr>
          <p:spPr>
            <a:xfrm>
              <a:off x="5036655" y="2730100"/>
              <a:ext cx="389200" cy="175775"/>
            </a:xfrm>
            <a:custGeom>
              <a:rect b="b" l="l" r="r" t="t"/>
              <a:pathLst>
                <a:path extrusionOk="0" h="7031" w="15568">
                  <a:moveTo>
                    <a:pt x="1323" y="1"/>
                  </a:moveTo>
                  <a:cubicBezTo>
                    <a:pt x="603" y="1"/>
                    <a:pt x="17" y="578"/>
                    <a:pt x="17" y="1298"/>
                  </a:cubicBezTo>
                  <a:lnTo>
                    <a:pt x="1" y="5692"/>
                  </a:lnTo>
                  <a:cubicBezTo>
                    <a:pt x="1" y="6411"/>
                    <a:pt x="587" y="6997"/>
                    <a:pt x="1306" y="6997"/>
                  </a:cubicBezTo>
                  <a:lnTo>
                    <a:pt x="14245" y="7031"/>
                  </a:lnTo>
                  <a:cubicBezTo>
                    <a:pt x="14965" y="7031"/>
                    <a:pt x="15551" y="6453"/>
                    <a:pt x="15559" y="5733"/>
                  </a:cubicBezTo>
                  <a:lnTo>
                    <a:pt x="15568" y="1340"/>
                  </a:lnTo>
                  <a:cubicBezTo>
                    <a:pt x="15568" y="620"/>
                    <a:pt x="14990" y="34"/>
                    <a:pt x="14270" y="34"/>
                  </a:cubicBezTo>
                  <a:lnTo>
                    <a:pt x="132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32"/>
            <p:cNvSpPr/>
            <p:nvPr/>
          </p:nvSpPr>
          <p:spPr>
            <a:xfrm>
              <a:off x="5230830" y="1707375"/>
              <a:ext cx="485650" cy="1021925"/>
            </a:xfrm>
            <a:custGeom>
              <a:rect b="b" l="l" r="r" t="t"/>
              <a:pathLst>
                <a:path extrusionOk="0" h="40877" w="19426">
                  <a:moveTo>
                    <a:pt x="210" y="419"/>
                  </a:moveTo>
                  <a:cubicBezTo>
                    <a:pt x="210" y="419"/>
                    <a:pt x="9575" y="561"/>
                    <a:pt x="14262" y="8412"/>
                  </a:cubicBezTo>
                  <a:cubicBezTo>
                    <a:pt x="18940" y="16262"/>
                    <a:pt x="15919" y="23970"/>
                    <a:pt x="13718" y="26724"/>
                  </a:cubicBezTo>
                  <a:cubicBezTo>
                    <a:pt x="11475" y="29527"/>
                    <a:pt x="9801" y="32046"/>
                    <a:pt x="8119" y="35269"/>
                  </a:cubicBezTo>
                  <a:cubicBezTo>
                    <a:pt x="6411" y="38533"/>
                    <a:pt x="6420" y="40667"/>
                    <a:pt x="6420" y="40667"/>
                  </a:cubicBezTo>
                  <a:cubicBezTo>
                    <a:pt x="6420" y="40784"/>
                    <a:pt x="6512" y="40876"/>
                    <a:pt x="6629" y="40876"/>
                  </a:cubicBezTo>
                  <a:cubicBezTo>
                    <a:pt x="6746" y="40876"/>
                    <a:pt x="6838" y="40784"/>
                    <a:pt x="6838" y="40667"/>
                  </a:cubicBezTo>
                  <a:cubicBezTo>
                    <a:pt x="6838" y="40667"/>
                    <a:pt x="6846" y="38616"/>
                    <a:pt x="8487" y="35461"/>
                  </a:cubicBezTo>
                  <a:cubicBezTo>
                    <a:pt x="10152" y="32264"/>
                    <a:pt x="11826" y="29762"/>
                    <a:pt x="14044" y="26983"/>
                  </a:cubicBezTo>
                  <a:cubicBezTo>
                    <a:pt x="16304" y="24163"/>
                    <a:pt x="19425" y="16254"/>
                    <a:pt x="14621" y="8194"/>
                  </a:cubicBezTo>
                  <a:cubicBezTo>
                    <a:pt x="9818" y="143"/>
                    <a:pt x="218" y="1"/>
                    <a:pt x="218" y="1"/>
                  </a:cubicBezTo>
                  <a:cubicBezTo>
                    <a:pt x="101" y="1"/>
                    <a:pt x="9" y="93"/>
                    <a:pt x="0" y="210"/>
                  </a:cubicBezTo>
                  <a:cubicBezTo>
                    <a:pt x="0" y="327"/>
                    <a:pt x="92" y="419"/>
                    <a:pt x="210" y="41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32"/>
            <p:cNvSpPr/>
            <p:nvPr/>
          </p:nvSpPr>
          <p:spPr>
            <a:xfrm>
              <a:off x="5077455" y="2894775"/>
              <a:ext cx="317425" cy="10475"/>
            </a:xfrm>
            <a:custGeom>
              <a:rect b="b" l="l" r="r" t="t"/>
              <a:pathLst>
                <a:path extrusionOk="0" h="419" w="12697">
                  <a:moveTo>
                    <a:pt x="210" y="419"/>
                  </a:moveTo>
                  <a:lnTo>
                    <a:pt x="12488" y="419"/>
                  </a:lnTo>
                  <a:cubicBezTo>
                    <a:pt x="12605" y="419"/>
                    <a:pt x="12697" y="327"/>
                    <a:pt x="12697" y="209"/>
                  </a:cubicBezTo>
                  <a:cubicBezTo>
                    <a:pt x="12697" y="101"/>
                    <a:pt x="12605" y="0"/>
                    <a:pt x="12488" y="0"/>
                  </a:cubicBezTo>
                  <a:lnTo>
                    <a:pt x="210" y="0"/>
                  </a:lnTo>
                  <a:cubicBezTo>
                    <a:pt x="93" y="0"/>
                    <a:pt x="1" y="101"/>
                    <a:pt x="1" y="209"/>
                  </a:cubicBezTo>
                  <a:cubicBezTo>
                    <a:pt x="1" y="327"/>
                    <a:pt x="93" y="419"/>
                    <a:pt x="210" y="41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5" name="Google Shape;425;p33"/>
          <p:cNvGraphicFramePr/>
          <p:nvPr/>
        </p:nvGraphicFramePr>
        <p:xfrm>
          <a:off x="99250" y="778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{CA3E173E-AD55-44BF-9C08-AF31532855D0}</a:tableStyleId>
              </a:tblPr>
              <a:tblGrid>
                <a:gridCol w="1520250"/>
                <a:gridCol w="5947100"/>
              </a:tblGrid>
              <a:tr h="661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Bitter"/>
                          <a:ea typeface="Bitter"/>
                          <a:cs typeface="Bitter"/>
                          <a:sym typeface="Bitter"/>
                        </a:rPr>
                        <a:t>Актуальность</a:t>
                      </a:r>
                      <a:endParaRPr b="1" sz="1300" u="none" cap="none" strike="noStrike">
                        <a:solidFill>
                          <a:schemeClr val="dk1"/>
                        </a:solidFill>
                        <a:latin typeface="Bitter"/>
                        <a:ea typeface="Bitter"/>
                        <a:cs typeface="Bitter"/>
                        <a:sym typeface="Bit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Bitter"/>
                          <a:ea typeface="Bitter"/>
                          <a:cs typeface="Bitter"/>
                          <a:sym typeface="Bitter"/>
                        </a:rPr>
                        <a:t>Необходимость замены бумажных носителей на цифровые инструменты для быстрой систематизации и поиска информации об успеваемости.</a:t>
                      </a:r>
                      <a:endParaRPr sz="1300" u="none" cap="none" strike="noStrike">
                        <a:solidFill>
                          <a:schemeClr val="dk1"/>
                        </a:solidFill>
                        <a:latin typeface="Bitter"/>
                        <a:ea typeface="Bitter"/>
                        <a:cs typeface="Bitter"/>
                        <a:sym typeface="Bit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Bitter"/>
                          <a:ea typeface="Bitter"/>
                          <a:cs typeface="Bitter"/>
                          <a:sym typeface="Bitter"/>
                        </a:rPr>
                        <a:t>Цель</a:t>
                      </a:r>
                      <a:endParaRPr b="1" sz="1300">
                        <a:solidFill>
                          <a:schemeClr val="dk1"/>
                        </a:solidFill>
                        <a:latin typeface="Bitter"/>
                        <a:ea typeface="Bitter"/>
                        <a:cs typeface="Bitter"/>
                        <a:sym typeface="Bit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Bitter"/>
                          <a:ea typeface="Bitter"/>
                          <a:cs typeface="Bitter"/>
                          <a:sym typeface="Bitter"/>
                        </a:rPr>
                        <a:t>Проектирование и разработка полнофункционального веб-приложения «Электронный дневник оценок» с разграничением прав доступа.</a:t>
                      </a:r>
                      <a:endParaRPr sz="1300">
                        <a:solidFill>
                          <a:schemeClr val="dk1"/>
                        </a:solidFill>
                        <a:latin typeface="Bitter"/>
                        <a:ea typeface="Bitter"/>
                        <a:cs typeface="Bitter"/>
                        <a:sym typeface="Bit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Bitter"/>
                          <a:ea typeface="Bitter"/>
                          <a:cs typeface="Bitter"/>
                          <a:sym typeface="Bitter"/>
                        </a:rPr>
                        <a:t>Задачи</a:t>
                      </a:r>
                      <a:endParaRPr b="1" sz="1300" u="none" cap="none" strike="noStrike">
                        <a:solidFill>
                          <a:schemeClr val="dk1"/>
                        </a:solidFill>
                        <a:latin typeface="Bitter"/>
                        <a:ea typeface="Bitter"/>
                        <a:cs typeface="Bitter"/>
                        <a:sym typeface="Bit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11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Bitter"/>
                        <a:buChar char="●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Bitter"/>
                          <a:ea typeface="Bitter"/>
                          <a:cs typeface="Bitter"/>
                          <a:sym typeface="Bitter"/>
                        </a:rPr>
                        <a:t>Анализ технологий (Spring Boot, H2, Thymeleaf).</a:t>
                      </a:r>
                      <a:endParaRPr sz="1300">
                        <a:solidFill>
                          <a:schemeClr val="dk1"/>
                        </a:solidFill>
                        <a:latin typeface="Bitter"/>
                        <a:ea typeface="Bitter"/>
                        <a:cs typeface="Bitter"/>
                        <a:sym typeface="Bitter"/>
                      </a:endParaRPr>
                    </a:p>
                    <a:p>
                      <a:pPr indent="-3111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Bitter"/>
                        <a:buChar char="●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Bitter"/>
                          <a:ea typeface="Bitter"/>
                          <a:cs typeface="Bitter"/>
                          <a:sym typeface="Bitter"/>
                        </a:rPr>
                        <a:t>Проектирование БД (связь «Один-ко-Многим»).</a:t>
                      </a:r>
                      <a:endParaRPr sz="1300">
                        <a:solidFill>
                          <a:schemeClr val="dk1"/>
                        </a:solidFill>
                        <a:latin typeface="Bitter"/>
                        <a:ea typeface="Bitter"/>
                        <a:cs typeface="Bitter"/>
                        <a:sym typeface="Bitter"/>
                      </a:endParaRPr>
                    </a:p>
                    <a:p>
                      <a:pPr indent="-3111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Bitter"/>
                        <a:buChar char="●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Bitter"/>
                          <a:ea typeface="Bitter"/>
                          <a:cs typeface="Bitter"/>
                          <a:sym typeface="Bitter"/>
                        </a:rPr>
                        <a:t>Реализация авторизации и CRUD-операций.</a:t>
                      </a:r>
                      <a:endParaRPr sz="1300">
                        <a:solidFill>
                          <a:schemeClr val="dk1"/>
                        </a:solidFill>
                        <a:latin typeface="Bitter"/>
                        <a:ea typeface="Bitter"/>
                        <a:cs typeface="Bitter"/>
                        <a:sym typeface="Bitter"/>
                      </a:endParaRPr>
                    </a:p>
                    <a:p>
                      <a:pPr indent="-3111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Bitter"/>
                        <a:buChar char="●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Bitter"/>
                          <a:ea typeface="Bitter"/>
                          <a:cs typeface="Bitter"/>
                          <a:sym typeface="Bitter"/>
                        </a:rPr>
                        <a:t>Создание интерфейса и тестирование.</a:t>
                      </a:r>
                      <a:endParaRPr sz="1300">
                        <a:solidFill>
                          <a:schemeClr val="dk1"/>
                        </a:solidFill>
                        <a:latin typeface="Bitter"/>
                        <a:ea typeface="Bitter"/>
                        <a:cs typeface="Bitter"/>
                        <a:sym typeface="Bitter"/>
                      </a:endParaRPr>
                    </a:p>
                    <a:p>
                      <a:pPr indent="-3111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Bitter"/>
                        <a:buChar char="●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Bitter"/>
                          <a:ea typeface="Bitter"/>
                          <a:cs typeface="Bitter"/>
                          <a:sym typeface="Bitter"/>
                        </a:rPr>
                        <a:t>Обеспечить разграничение прав доступа и изоляцию персональных данных пользователей.</a:t>
                      </a:r>
                      <a:endParaRPr sz="1300">
                        <a:solidFill>
                          <a:schemeClr val="dk1"/>
                        </a:solidFill>
                        <a:latin typeface="Bitter"/>
                        <a:ea typeface="Bitter"/>
                        <a:cs typeface="Bitter"/>
                        <a:sym typeface="Bit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26" name="Google Shape;426;p33"/>
          <p:cNvSpPr txBox="1"/>
          <p:nvPr/>
        </p:nvSpPr>
        <p:spPr>
          <a:xfrm>
            <a:off x="99250" y="0"/>
            <a:ext cx="4844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Актуальность и цель работы</a:t>
            </a:r>
            <a:endParaRPr sz="200"/>
          </a:p>
        </p:txBody>
      </p:sp>
      <p:sp>
        <p:nvSpPr>
          <p:cNvPr id="427" name="Google Shape;427;p33"/>
          <p:cNvSpPr/>
          <p:nvPr/>
        </p:nvSpPr>
        <p:spPr>
          <a:xfrm rot="-2700000">
            <a:off x="5486462" y="-1490626"/>
            <a:ext cx="3650897" cy="2561275"/>
          </a:xfrm>
          <a:custGeom>
            <a:rect b="b" l="l" r="r" t="t"/>
            <a:pathLst>
              <a:path extrusionOk="0" h="197988" w="210956">
                <a:moveTo>
                  <a:pt x="0" y="0"/>
                </a:moveTo>
                <a:cubicBezTo>
                  <a:pt x="7476" y="2138"/>
                  <a:pt x="17387" y="3477"/>
                  <a:pt x="20864" y="10432"/>
                </a:cubicBezTo>
                <a:cubicBezTo>
                  <a:pt x="22279" y="13262"/>
                  <a:pt x="22444" y="16573"/>
                  <a:pt x="22892" y="19705"/>
                </a:cubicBezTo>
                <a:cubicBezTo>
                  <a:pt x="24464" y="30699"/>
                  <a:pt x="8902" y="43124"/>
                  <a:pt x="15358" y="52160"/>
                </a:cubicBezTo>
                <a:cubicBezTo>
                  <a:pt x="20806" y="59785"/>
                  <a:pt x="35972" y="51833"/>
                  <a:pt x="42597" y="45205"/>
                </a:cubicBezTo>
                <a:cubicBezTo>
                  <a:pt x="48594" y="39206"/>
                  <a:pt x="56203" y="31402"/>
                  <a:pt x="64620" y="32455"/>
                </a:cubicBezTo>
                <a:cubicBezTo>
                  <a:pt x="73718" y="33593"/>
                  <a:pt x="71661" y="49430"/>
                  <a:pt x="74182" y="58245"/>
                </a:cubicBezTo>
                <a:cubicBezTo>
                  <a:pt x="76430" y="66104"/>
                  <a:pt x="86347" y="70095"/>
                  <a:pt x="94177" y="72444"/>
                </a:cubicBezTo>
                <a:cubicBezTo>
                  <a:pt x="114381" y="78506"/>
                  <a:pt x="133715" y="57563"/>
                  <a:pt x="152711" y="48393"/>
                </a:cubicBezTo>
                <a:cubicBezTo>
                  <a:pt x="162633" y="43603"/>
                  <a:pt x="181507" y="37064"/>
                  <a:pt x="185745" y="47234"/>
                </a:cubicBezTo>
                <a:cubicBezTo>
                  <a:pt x="188483" y="53803"/>
                  <a:pt x="187576" y="63068"/>
                  <a:pt x="182848" y="68387"/>
                </a:cubicBezTo>
                <a:cubicBezTo>
                  <a:pt x="173779" y="78589"/>
                  <a:pt x="159813" y="83087"/>
                  <a:pt x="147785" y="89541"/>
                </a:cubicBezTo>
                <a:cubicBezTo>
                  <a:pt x="132266" y="97868"/>
                  <a:pt x="117053" y="106768"/>
                  <a:pt x="102000" y="115910"/>
                </a:cubicBezTo>
                <a:cubicBezTo>
                  <a:pt x="92830" y="121479"/>
                  <a:pt x="79711" y="127270"/>
                  <a:pt x="78529" y="137933"/>
                </a:cubicBezTo>
                <a:cubicBezTo>
                  <a:pt x="75898" y="161679"/>
                  <a:pt x="127055" y="135408"/>
                  <a:pt x="150103" y="141700"/>
                </a:cubicBezTo>
                <a:cubicBezTo>
                  <a:pt x="153168" y="142537"/>
                  <a:pt x="153291" y="147506"/>
                  <a:pt x="153291" y="150683"/>
                </a:cubicBezTo>
                <a:cubicBezTo>
                  <a:pt x="153291" y="158700"/>
                  <a:pt x="154090" y="166758"/>
                  <a:pt x="153291" y="174735"/>
                </a:cubicBezTo>
                <a:cubicBezTo>
                  <a:pt x="152742" y="180221"/>
                  <a:pt x="150262" y="187354"/>
                  <a:pt x="154160" y="191252"/>
                </a:cubicBezTo>
                <a:cubicBezTo>
                  <a:pt x="167561" y="204653"/>
                  <a:pt x="192004" y="193860"/>
                  <a:pt x="210956" y="19386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33"/>
          <p:cNvSpPr/>
          <p:nvPr/>
        </p:nvSpPr>
        <p:spPr>
          <a:xfrm>
            <a:off x="4943977" y="0"/>
            <a:ext cx="549000" cy="468300"/>
          </a:xfrm>
          <a:prstGeom prst="star12">
            <a:avLst>
              <a:gd fmla="val 2797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33"/>
          <p:cNvSpPr/>
          <p:nvPr/>
        </p:nvSpPr>
        <p:spPr>
          <a:xfrm>
            <a:off x="8579100" y="374950"/>
            <a:ext cx="130500" cy="130500"/>
          </a:xfrm>
          <a:prstGeom prst="star4">
            <a:avLst>
              <a:gd fmla="val 2019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33"/>
          <p:cNvSpPr/>
          <p:nvPr/>
        </p:nvSpPr>
        <p:spPr>
          <a:xfrm>
            <a:off x="8285450" y="4952525"/>
            <a:ext cx="130500" cy="130500"/>
          </a:xfrm>
          <a:prstGeom prst="star4">
            <a:avLst>
              <a:gd fmla="val 2019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33"/>
          <p:cNvSpPr/>
          <p:nvPr/>
        </p:nvSpPr>
        <p:spPr>
          <a:xfrm>
            <a:off x="758350" y="4952525"/>
            <a:ext cx="130500" cy="130500"/>
          </a:xfrm>
          <a:prstGeom prst="star4">
            <a:avLst>
              <a:gd fmla="val 2019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33"/>
          <p:cNvSpPr/>
          <p:nvPr/>
        </p:nvSpPr>
        <p:spPr>
          <a:xfrm>
            <a:off x="6241050" y="112900"/>
            <a:ext cx="130500" cy="130500"/>
          </a:xfrm>
          <a:prstGeom prst="star4">
            <a:avLst>
              <a:gd fmla="val 2019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3" name="Google Shape;433;p33"/>
          <p:cNvGrpSpPr/>
          <p:nvPr/>
        </p:nvGrpSpPr>
        <p:grpSpPr>
          <a:xfrm>
            <a:off x="7466282" y="626621"/>
            <a:ext cx="1366991" cy="1359740"/>
            <a:chOff x="4512688" y="583425"/>
            <a:chExt cx="1468462" cy="1461300"/>
          </a:xfrm>
        </p:grpSpPr>
        <p:sp>
          <p:nvSpPr>
            <p:cNvPr id="434" name="Google Shape;434;p33"/>
            <p:cNvSpPr/>
            <p:nvPr/>
          </p:nvSpPr>
          <p:spPr>
            <a:xfrm>
              <a:off x="4512688" y="583425"/>
              <a:ext cx="1461300" cy="1461300"/>
            </a:xfrm>
            <a:prstGeom prst="star12">
              <a:avLst>
                <a:gd fmla="val 27973" name="adj"/>
              </a:avLst>
            </a:prstGeom>
            <a:solidFill>
              <a:schemeClr val="accent5"/>
            </a:solidFill>
            <a:ln cap="flat" cmpd="sng" w="152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33"/>
            <p:cNvSpPr/>
            <p:nvPr/>
          </p:nvSpPr>
          <p:spPr>
            <a:xfrm>
              <a:off x="4519850" y="583425"/>
              <a:ext cx="1461300" cy="1461300"/>
            </a:xfrm>
            <a:prstGeom prst="star12">
              <a:avLst>
                <a:gd fmla="val 27973" name="adj"/>
              </a:avLst>
            </a:pr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6" name="Google Shape;436;p33"/>
          <p:cNvGrpSpPr/>
          <p:nvPr/>
        </p:nvGrpSpPr>
        <p:grpSpPr>
          <a:xfrm>
            <a:off x="7390798" y="3398822"/>
            <a:ext cx="1691899" cy="1600532"/>
            <a:chOff x="397193" y="2731496"/>
            <a:chExt cx="1153699" cy="1091396"/>
          </a:xfrm>
        </p:grpSpPr>
        <p:sp>
          <p:nvSpPr>
            <p:cNvPr id="437" name="Google Shape;437;p33"/>
            <p:cNvSpPr/>
            <p:nvPr/>
          </p:nvSpPr>
          <p:spPr>
            <a:xfrm>
              <a:off x="397193" y="2731496"/>
              <a:ext cx="1126271" cy="1091396"/>
            </a:xfrm>
            <a:custGeom>
              <a:rect b="b" l="l" r="r" t="t"/>
              <a:pathLst>
                <a:path extrusionOk="0" h="68159" w="70337">
                  <a:moveTo>
                    <a:pt x="29547" y="0"/>
                  </a:moveTo>
                  <a:cubicBezTo>
                    <a:pt x="23479" y="0"/>
                    <a:pt x="17191" y="2251"/>
                    <a:pt x="12078" y="6774"/>
                  </a:cubicBezTo>
                  <a:cubicBezTo>
                    <a:pt x="1649" y="15988"/>
                    <a:pt x="1" y="31212"/>
                    <a:pt x="8387" y="40694"/>
                  </a:cubicBezTo>
                  <a:cubicBezTo>
                    <a:pt x="12663" y="45532"/>
                    <a:pt x="18732" y="47961"/>
                    <a:pt x="25038" y="47961"/>
                  </a:cubicBezTo>
                  <a:cubicBezTo>
                    <a:pt x="30567" y="47961"/>
                    <a:pt x="36278" y="46093"/>
                    <a:pt x="41119" y="42343"/>
                  </a:cubicBezTo>
                  <a:lnTo>
                    <a:pt x="43446" y="44980"/>
                  </a:lnTo>
                  <a:cubicBezTo>
                    <a:pt x="42115" y="46319"/>
                    <a:pt x="41345" y="47248"/>
                    <a:pt x="41345" y="47248"/>
                  </a:cubicBezTo>
                  <a:cubicBezTo>
                    <a:pt x="41345" y="47248"/>
                    <a:pt x="42358" y="48704"/>
                    <a:pt x="43998" y="50846"/>
                  </a:cubicBezTo>
                  <a:cubicBezTo>
                    <a:pt x="43973" y="50872"/>
                    <a:pt x="43956" y="50888"/>
                    <a:pt x="43956" y="50888"/>
                  </a:cubicBezTo>
                  <a:cubicBezTo>
                    <a:pt x="43805" y="51056"/>
                    <a:pt x="43814" y="51307"/>
                    <a:pt x="43973" y="51457"/>
                  </a:cubicBezTo>
                  <a:cubicBezTo>
                    <a:pt x="44052" y="51532"/>
                    <a:pt x="44149" y="51567"/>
                    <a:pt x="44246" y="51567"/>
                  </a:cubicBezTo>
                  <a:cubicBezTo>
                    <a:pt x="44333" y="51567"/>
                    <a:pt x="44420" y="51538"/>
                    <a:pt x="44492" y="51482"/>
                  </a:cubicBezTo>
                  <a:cubicBezTo>
                    <a:pt x="49226" y="57596"/>
                    <a:pt x="58175" y="68158"/>
                    <a:pt x="63501" y="68158"/>
                  </a:cubicBezTo>
                  <a:cubicBezTo>
                    <a:pt x="64313" y="68158"/>
                    <a:pt x="65042" y="67912"/>
                    <a:pt x="65658" y="67367"/>
                  </a:cubicBezTo>
                  <a:cubicBezTo>
                    <a:pt x="70336" y="63233"/>
                    <a:pt x="58452" y="50503"/>
                    <a:pt x="52049" y="44243"/>
                  </a:cubicBezTo>
                  <a:cubicBezTo>
                    <a:pt x="52191" y="44101"/>
                    <a:pt x="52200" y="43866"/>
                    <a:pt x="52066" y="43707"/>
                  </a:cubicBezTo>
                  <a:cubicBezTo>
                    <a:pt x="51983" y="43615"/>
                    <a:pt x="51869" y="43566"/>
                    <a:pt x="51755" y="43566"/>
                  </a:cubicBezTo>
                  <a:cubicBezTo>
                    <a:pt x="51663" y="43566"/>
                    <a:pt x="51572" y="43598"/>
                    <a:pt x="51497" y="43666"/>
                  </a:cubicBezTo>
                  <a:lnTo>
                    <a:pt x="51472" y="43682"/>
                  </a:lnTo>
                  <a:cubicBezTo>
                    <a:pt x="49564" y="41849"/>
                    <a:pt x="48275" y="40694"/>
                    <a:pt x="48275" y="40694"/>
                  </a:cubicBezTo>
                  <a:cubicBezTo>
                    <a:pt x="47496" y="41297"/>
                    <a:pt x="46760" y="41908"/>
                    <a:pt x="46082" y="42502"/>
                  </a:cubicBezTo>
                  <a:lnTo>
                    <a:pt x="43831" y="39950"/>
                  </a:lnTo>
                  <a:cubicBezTo>
                    <a:pt x="53062" y="30651"/>
                    <a:pt x="54225" y="16340"/>
                    <a:pt x="46199" y="7268"/>
                  </a:cubicBezTo>
                  <a:cubicBezTo>
                    <a:pt x="41925" y="2431"/>
                    <a:pt x="35854" y="0"/>
                    <a:pt x="29547" y="0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152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8" name="Google Shape;438;p33"/>
            <p:cNvGrpSpPr/>
            <p:nvPr/>
          </p:nvGrpSpPr>
          <p:grpSpPr>
            <a:xfrm>
              <a:off x="398632" y="2731496"/>
              <a:ext cx="1152260" cy="1091395"/>
              <a:chOff x="-2182643" y="3425389"/>
              <a:chExt cx="1152260" cy="1091395"/>
            </a:xfrm>
          </p:grpSpPr>
          <p:sp>
            <p:nvSpPr>
              <p:cNvPr id="439" name="Google Shape;439;p33"/>
              <p:cNvSpPr/>
              <p:nvPr/>
            </p:nvSpPr>
            <p:spPr>
              <a:xfrm>
                <a:off x="-2182643" y="3425389"/>
                <a:ext cx="874315" cy="768024"/>
              </a:xfrm>
              <a:custGeom>
                <a:rect b="b" l="l" r="r" t="t"/>
                <a:pathLst>
                  <a:path extrusionOk="0" h="47964" w="54602">
                    <a:moveTo>
                      <a:pt x="29560" y="2897"/>
                    </a:moveTo>
                    <a:cubicBezTo>
                      <a:pt x="35057" y="2897"/>
                      <a:pt x="40327" y="4996"/>
                      <a:pt x="44031" y="9186"/>
                    </a:cubicBezTo>
                    <a:cubicBezTo>
                      <a:pt x="51363" y="17480"/>
                      <a:pt x="49823" y="30863"/>
                      <a:pt x="40591" y="39014"/>
                    </a:cubicBezTo>
                    <a:cubicBezTo>
                      <a:pt x="36028" y="43052"/>
                      <a:pt x="30424" y="45065"/>
                      <a:pt x="25039" y="45065"/>
                    </a:cubicBezTo>
                    <a:cubicBezTo>
                      <a:pt x="19540" y="45065"/>
                      <a:pt x="14271" y="42966"/>
                      <a:pt x="10571" y="38780"/>
                    </a:cubicBezTo>
                    <a:cubicBezTo>
                      <a:pt x="3239" y="30486"/>
                      <a:pt x="4779" y="17104"/>
                      <a:pt x="14011" y="8944"/>
                    </a:cubicBezTo>
                    <a:cubicBezTo>
                      <a:pt x="18574" y="4910"/>
                      <a:pt x="24176" y="2897"/>
                      <a:pt x="29560" y="2897"/>
                    </a:cubicBezTo>
                    <a:close/>
                    <a:moveTo>
                      <a:pt x="29555" y="0"/>
                    </a:moveTo>
                    <a:cubicBezTo>
                      <a:pt x="23486" y="0"/>
                      <a:pt x="17199" y="2249"/>
                      <a:pt x="12086" y="6768"/>
                    </a:cubicBezTo>
                    <a:cubicBezTo>
                      <a:pt x="1658" y="15990"/>
                      <a:pt x="0" y="31206"/>
                      <a:pt x="8395" y="40697"/>
                    </a:cubicBezTo>
                    <a:cubicBezTo>
                      <a:pt x="12668" y="45533"/>
                      <a:pt x="18740" y="47964"/>
                      <a:pt x="25046" y="47964"/>
                    </a:cubicBezTo>
                    <a:cubicBezTo>
                      <a:pt x="31115" y="47964"/>
                      <a:pt x="37403" y="45713"/>
                      <a:pt x="42516" y="41190"/>
                    </a:cubicBezTo>
                    <a:cubicBezTo>
                      <a:pt x="52944" y="31976"/>
                      <a:pt x="54602" y="16752"/>
                      <a:pt x="46207" y="7261"/>
                    </a:cubicBezTo>
                    <a:cubicBezTo>
                      <a:pt x="41933" y="2429"/>
                      <a:pt x="35862" y="0"/>
                      <a:pt x="2955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33"/>
              <p:cNvSpPr/>
              <p:nvPr/>
            </p:nvSpPr>
            <p:spPr>
              <a:xfrm>
                <a:off x="-2130778" y="3471777"/>
                <a:ext cx="770586" cy="675215"/>
              </a:xfrm>
              <a:custGeom>
                <a:rect b="b" l="l" r="r" t="t"/>
                <a:pathLst>
                  <a:path extrusionOk="0" h="42168" w="48124">
                    <a:moveTo>
                      <a:pt x="26321" y="0"/>
                    </a:moveTo>
                    <a:cubicBezTo>
                      <a:pt x="20937" y="0"/>
                      <a:pt x="15335" y="2013"/>
                      <a:pt x="10772" y="6047"/>
                    </a:cubicBezTo>
                    <a:cubicBezTo>
                      <a:pt x="1540" y="14207"/>
                      <a:pt x="0" y="27589"/>
                      <a:pt x="7332" y="35883"/>
                    </a:cubicBezTo>
                    <a:cubicBezTo>
                      <a:pt x="11032" y="40069"/>
                      <a:pt x="16301" y="42168"/>
                      <a:pt x="21800" y="42168"/>
                    </a:cubicBezTo>
                    <a:cubicBezTo>
                      <a:pt x="27185" y="42168"/>
                      <a:pt x="32789" y="40155"/>
                      <a:pt x="37352" y="36117"/>
                    </a:cubicBezTo>
                    <a:cubicBezTo>
                      <a:pt x="46584" y="27966"/>
                      <a:pt x="48124" y="14583"/>
                      <a:pt x="40792" y="6289"/>
                    </a:cubicBezTo>
                    <a:cubicBezTo>
                      <a:pt x="37088" y="2099"/>
                      <a:pt x="31818" y="0"/>
                      <a:pt x="263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" name="Google Shape;441;p33"/>
              <p:cNvSpPr/>
              <p:nvPr/>
            </p:nvSpPr>
            <p:spPr>
              <a:xfrm>
                <a:off x="-1537499" y="4049956"/>
                <a:ext cx="97308" cy="99326"/>
              </a:xfrm>
              <a:custGeom>
                <a:rect b="b" l="l" r="r" t="t"/>
                <a:pathLst>
                  <a:path extrusionOk="0" h="6203" w="6077">
                    <a:moveTo>
                      <a:pt x="2703" y="1"/>
                    </a:moveTo>
                    <a:lnTo>
                      <a:pt x="0" y="2395"/>
                    </a:lnTo>
                    <a:lnTo>
                      <a:pt x="3365" y="6203"/>
                    </a:lnTo>
                    <a:lnTo>
                      <a:pt x="6076" y="3809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" name="Google Shape;442;p33"/>
              <p:cNvSpPr/>
              <p:nvPr/>
            </p:nvSpPr>
            <p:spPr>
              <a:xfrm>
                <a:off x="-1520622" y="4077033"/>
                <a:ext cx="490239" cy="439751"/>
              </a:xfrm>
              <a:custGeom>
                <a:rect b="b" l="l" r="r" t="t"/>
                <a:pathLst>
                  <a:path extrusionOk="0" h="27463" w="30616">
                    <a:moveTo>
                      <a:pt x="6930" y="1"/>
                    </a:moveTo>
                    <a:cubicBezTo>
                      <a:pt x="2829" y="3173"/>
                      <a:pt x="1" y="6554"/>
                      <a:pt x="1" y="6554"/>
                    </a:cubicBezTo>
                    <a:cubicBezTo>
                      <a:pt x="1" y="6554"/>
                      <a:pt x="14669" y="27463"/>
                      <a:pt x="22159" y="27463"/>
                    </a:cubicBezTo>
                    <a:cubicBezTo>
                      <a:pt x="22971" y="27463"/>
                      <a:pt x="23698" y="27217"/>
                      <a:pt x="24313" y="26673"/>
                    </a:cubicBezTo>
                    <a:cubicBezTo>
                      <a:pt x="30615" y="21108"/>
                      <a:pt x="6930" y="1"/>
                      <a:pt x="693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33"/>
              <p:cNvSpPr/>
              <p:nvPr/>
            </p:nvSpPr>
            <p:spPr>
              <a:xfrm>
                <a:off x="-1481215" y="4122941"/>
                <a:ext cx="134553" cy="128180"/>
              </a:xfrm>
              <a:custGeom>
                <a:rect b="b" l="l" r="r" t="t"/>
                <a:pathLst>
                  <a:path extrusionOk="0" h="8005" w="8403">
                    <a:moveTo>
                      <a:pt x="7961" y="0"/>
                    </a:moveTo>
                    <a:cubicBezTo>
                      <a:pt x="7869" y="0"/>
                      <a:pt x="7776" y="32"/>
                      <a:pt x="7700" y="96"/>
                    </a:cubicBezTo>
                    <a:cubicBezTo>
                      <a:pt x="3775" y="3469"/>
                      <a:pt x="159" y="7327"/>
                      <a:pt x="159" y="7327"/>
                    </a:cubicBezTo>
                    <a:cubicBezTo>
                      <a:pt x="0" y="7495"/>
                      <a:pt x="9" y="7746"/>
                      <a:pt x="176" y="7896"/>
                    </a:cubicBezTo>
                    <a:cubicBezTo>
                      <a:pt x="252" y="7969"/>
                      <a:pt x="352" y="8004"/>
                      <a:pt x="451" y="8004"/>
                    </a:cubicBezTo>
                    <a:cubicBezTo>
                      <a:pt x="559" y="8004"/>
                      <a:pt x="667" y="7962"/>
                      <a:pt x="745" y="7880"/>
                    </a:cubicBezTo>
                    <a:cubicBezTo>
                      <a:pt x="745" y="7880"/>
                      <a:pt x="795" y="7821"/>
                      <a:pt x="904" y="7712"/>
                    </a:cubicBezTo>
                    <a:cubicBezTo>
                      <a:pt x="1641" y="6934"/>
                      <a:pt x="4821" y="3620"/>
                      <a:pt x="8219" y="707"/>
                    </a:cubicBezTo>
                    <a:cubicBezTo>
                      <a:pt x="8386" y="565"/>
                      <a:pt x="8403" y="314"/>
                      <a:pt x="8261" y="138"/>
                    </a:cubicBezTo>
                    <a:cubicBezTo>
                      <a:pt x="8183" y="47"/>
                      <a:pt x="8072" y="0"/>
                      <a:pt x="79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33"/>
              <p:cNvSpPr/>
              <p:nvPr/>
            </p:nvSpPr>
            <p:spPr>
              <a:xfrm>
                <a:off x="-1945033" y="3516324"/>
                <a:ext cx="377655" cy="596514"/>
              </a:xfrm>
              <a:custGeom>
                <a:rect b="b" l="l" r="r" t="t"/>
                <a:pathLst>
                  <a:path extrusionOk="0" h="37253" w="23585">
                    <a:moveTo>
                      <a:pt x="7298" y="0"/>
                    </a:moveTo>
                    <a:cubicBezTo>
                      <a:pt x="4746" y="938"/>
                      <a:pt x="2285" y="2369"/>
                      <a:pt x="92" y="4311"/>
                    </a:cubicBezTo>
                    <a:lnTo>
                      <a:pt x="0" y="4403"/>
                    </a:lnTo>
                    <a:lnTo>
                      <a:pt x="2327" y="9324"/>
                    </a:lnTo>
                    <a:lnTo>
                      <a:pt x="12144" y="30038"/>
                    </a:lnTo>
                    <a:lnTo>
                      <a:pt x="15559" y="37252"/>
                    </a:lnTo>
                    <a:cubicBezTo>
                      <a:pt x="18362" y="36524"/>
                      <a:pt x="21107" y="35218"/>
                      <a:pt x="23585" y="33319"/>
                    </a:cubicBezTo>
                    <a:lnTo>
                      <a:pt x="20496" y="27000"/>
                    </a:lnTo>
                    <a:lnTo>
                      <a:pt x="11541" y="8688"/>
                    </a:lnTo>
                    <a:lnTo>
                      <a:pt x="729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4"/>
          <p:cNvSpPr/>
          <p:nvPr/>
        </p:nvSpPr>
        <p:spPr>
          <a:xfrm rot="273">
            <a:off x="713331" y="1120841"/>
            <a:ext cx="3778500" cy="31161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34"/>
          <p:cNvSpPr/>
          <p:nvPr/>
        </p:nvSpPr>
        <p:spPr>
          <a:xfrm rot="273">
            <a:off x="4652156" y="1120841"/>
            <a:ext cx="3778500" cy="31161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34"/>
          <p:cNvSpPr txBox="1"/>
          <p:nvPr>
            <p:ph type="title"/>
          </p:nvPr>
        </p:nvSpPr>
        <p:spPr>
          <a:xfrm>
            <a:off x="713400" y="326650"/>
            <a:ext cx="7717200" cy="621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000"/>
              <a:t>Выбор технологического стека</a:t>
            </a:r>
            <a:endParaRPr sz="3000"/>
          </a:p>
        </p:txBody>
      </p:sp>
      <p:sp>
        <p:nvSpPr>
          <p:cNvPr id="452" name="Google Shape;452;p34"/>
          <p:cNvSpPr txBox="1"/>
          <p:nvPr>
            <p:ph idx="2" type="title"/>
          </p:nvPr>
        </p:nvSpPr>
        <p:spPr>
          <a:xfrm>
            <a:off x="1355367" y="1730463"/>
            <a:ext cx="2494500" cy="527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 sz="1900">
                <a:latin typeface="Bitter"/>
                <a:ea typeface="Bitter"/>
                <a:cs typeface="Bitter"/>
                <a:sym typeface="Bitter"/>
              </a:rPr>
              <a:t>Серверная часть</a:t>
            </a:r>
            <a:endParaRPr sz="1900"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453" name="Google Shape;453;p34"/>
          <p:cNvSpPr txBox="1"/>
          <p:nvPr>
            <p:ph idx="1" type="subTitle"/>
          </p:nvPr>
        </p:nvSpPr>
        <p:spPr>
          <a:xfrm>
            <a:off x="1011863" y="2240213"/>
            <a:ext cx="3181500" cy="149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latin typeface="Bitter"/>
                <a:ea typeface="Bitter"/>
                <a:cs typeface="Bitter"/>
                <a:sym typeface="Bitter"/>
              </a:rPr>
              <a:t>Ядро приложения: язык Java 21 и фреймворк Spring Boot со встроенным веб-сервером. Данные хранятся во встраиваемой СУБД H2 Database. Доступ к данным реализован через Spring Data JPA (Hibernate), а сборка проекта выполняется системой Maven.</a:t>
            </a:r>
            <a:endParaRPr sz="1200"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454" name="Google Shape;454;p34"/>
          <p:cNvSpPr txBox="1"/>
          <p:nvPr>
            <p:ph idx="3" type="title"/>
          </p:nvPr>
        </p:nvSpPr>
        <p:spPr>
          <a:xfrm>
            <a:off x="5294188" y="1730463"/>
            <a:ext cx="2494500" cy="527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 sz="1900">
                <a:latin typeface="Bitter"/>
                <a:ea typeface="Bitter"/>
                <a:cs typeface="Bitter"/>
                <a:sym typeface="Bitter"/>
              </a:rPr>
              <a:t>Клиентская часть</a:t>
            </a:r>
            <a:endParaRPr sz="1900"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455" name="Google Shape;455;p34"/>
          <p:cNvSpPr txBox="1"/>
          <p:nvPr>
            <p:ph idx="4" type="subTitle"/>
          </p:nvPr>
        </p:nvSpPr>
        <p:spPr>
          <a:xfrm>
            <a:off x="5259088" y="2171788"/>
            <a:ext cx="2564700" cy="93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latin typeface="Bitter"/>
                <a:ea typeface="Bitter"/>
                <a:cs typeface="Bitter"/>
                <a:sym typeface="Bitter"/>
              </a:rPr>
              <a:t>Интерфейс построен на HTML и шаблонизаторе Thymeleaf для динамического вывода данных. Адаптивный дизайн и единый стиль страниц обеспечивает CSS-фреймворк Bootstrap. Взаимодействие с сервером происходит через стандартные HTTP-запросы.</a:t>
            </a:r>
            <a:endParaRPr sz="1200"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456" name="Google Shape;456;p34"/>
          <p:cNvSpPr/>
          <p:nvPr/>
        </p:nvSpPr>
        <p:spPr>
          <a:xfrm>
            <a:off x="-2666900" y="1885425"/>
            <a:ext cx="930000" cy="93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7" name="Google Shape;457;p34"/>
          <p:cNvGrpSpPr/>
          <p:nvPr/>
        </p:nvGrpSpPr>
        <p:grpSpPr>
          <a:xfrm rot="-595244">
            <a:off x="7805665" y="1139336"/>
            <a:ext cx="1237234" cy="1281114"/>
            <a:chOff x="970736" y="3771472"/>
            <a:chExt cx="879000" cy="910175"/>
          </a:xfrm>
        </p:grpSpPr>
        <p:grpSp>
          <p:nvGrpSpPr>
            <p:cNvPr id="458" name="Google Shape;458;p34"/>
            <p:cNvGrpSpPr/>
            <p:nvPr/>
          </p:nvGrpSpPr>
          <p:grpSpPr>
            <a:xfrm>
              <a:off x="970736" y="3771472"/>
              <a:ext cx="879000" cy="910175"/>
              <a:chOff x="422475" y="1527756"/>
              <a:chExt cx="879000" cy="910175"/>
            </a:xfrm>
          </p:grpSpPr>
          <p:grpSp>
            <p:nvGrpSpPr>
              <p:cNvPr id="459" name="Google Shape;459;p34"/>
              <p:cNvGrpSpPr/>
              <p:nvPr/>
            </p:nvGrpSpPr>
            <p:grpSpPr>
              <a:xfrm>
                <a:off x="422475" y="1527756"/>
                <a:ext cx="879000" cy="910175"/>
                <a:chOff x="422475" y="938850"/>
                <a:chExt cx="879000" cy="910175"/>
              </a:xfrm>
            </p:grpSpPr>
            <p:sp>
              <p:nvSpPr>
                <p:cNvPr id="460" name="Google Shape;460;p34"/>
                <p:cNvSpPr/>
                <p:nvPr/>
              </p:nvSpPr>
              <p:spPr>
                <a:xfrm>
                  <a:off x="422475" y="938850"/>
                  <a:ext cx="879000" cy="710700"/>
                </a:xfrm>
                <a:prstGeom prst="roundRect">
                  <a:avLst>
                    <a:gd fmla="val 19815" name="adj"/>
                  </a:avLst>
                </a:prstGeom>
                <a:solidFill>
                  <a:schemeClr val="accent5"/>
                </a:solidFill>
                <a:ln cap="flat" cmpd="sng" w="152400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rgbClr val="000000">
                      <a:alpha val="50000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1" name="Google Shape;461;p34"/>
                <p:cNvSpPr/>
                <p:nvPr/>
              </p:nvSpPr>
              <p:spPr>
                <a:xfrm flipH="1" rot="10800000">
                  <a:off x="589350" y="1600925"/>
                  <a:ext cx="248100" cy="248100"/>
                </a:xfrm>
                <a:prstGeom prst="rtTriangle">
                  <a:avLst/>
                </a:prstGeom>
                <a:solidFill>
                  <a:schemeClr val="accent5"/>
                </a:solidFill>
                <a:ln cap="flat" cmpd="sng" w="152400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rgbClr val="000000">
                      <a:alpha val="50000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62" name="Google Shape;462;p34"/>
              <p:cNvGrpSpPr/>
              <p:nvPr/>
            </p:nvGrpSpPr>
            <p:grpSpPr>
              <a:xfrm>
                <a:off x="422475" y="1527756"/>
                <a:ext cx="879000" cy="910175"/>
                <a:chOff x="422475" y="938850"/>
                <a:chExt cx="879000" cy="910175"/>
              </a:xfrm>
            </p:grpSpPr>
            <p:sp>
              <p:nvSpPr>
                <p:cNvPr id="463" name="Google Shape;463;p34"/>
                <p:cNvSpPr/>
                <p:nvPr/>
              </p:nvSpPr>
              <p:spPr>
                <a:xfrm>
                  <a:off x="422475" y="938850"/>
                  <a:ext cx="879000" cy="710700"/>
                </a:xfrm>
                <a:prstGeom prst="roundRect">
                  <a:avLst>
                    <a:gd fmla="val 19815" name="adj"/>
                  </a:avLst>
                </a:prstGeom>
                <a:solidFill>
                  <a:schemeClr val="dk2"/>
                </a:solidFill>
                <a:ln>
                  <a:noFill/>
                </a:ln>
                <a:effectLst>
                  <a:outerShdw blurRad="57150" rotWithShape="0" algn="bl" dir="5400000" dist="19050">
                    <a:srgbClr val="000000">
                      <a:alpha val="50000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4" name="Google Shape;464;p34"/>
                <p:cNvSpPr/>
                <p:nvPr/>
              </p:nvSpPr>
              <p:spPr>
                <a:xfrm flipH="1" rot="10800000">
                  <a:off x="589350" y="1600925"/>
                  <a:ext cx="248100" cy="248100"/>
                </a:xfrm>
                <a:prstGeom prst="rtTriangle">
                  <a:avLst/>
                </a:prstGeom>
                <a:solidFill>
                  <a:schemeClr val="dk2"/>
                </a:solidFill>
                <a:ln>
                  <a:noFill/>
                </a:ln>
                <a:effectLst>
                  <a:outerShdw blurRad="57150" rotWithShape="0" algn="bl" dir="5400000" dist="19050">
                    <a:srgbClr val="000000">
                      <a:alpha val="50000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65" name="Google Shape;465;p34"/>
            <p:cNvGrpSpPr/>
            <p:nvPr/>
          </p:nvGrpSpPr>
          <p:grpSpPr>
            <a:xfrm>
              <a:off x="1135886" y="4087727"/>
              <a:ext cx="548677" cy="109803"/>
              <a:chOff x="4549450" y="3462800"/>
              <a:chExt cx="652100" cy="130500"/>
            </a:xfrm>
          </p:grpSpPr>
          <p:sp>
            <p:nvSpPr>
              <p:cNvPr id="466" name="Google Shape;466;p34"/>
              <p:cNvSpPr/>
              <p:nvPr/>
            </p:nvSpPr>
            <p:spPr>
              <a:xfrm>
                <a:off x="4549450" y="3462800"/>
                <a:ext cx="130500" cy="130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34"/>
              <p:cNvSpPr/>
              <p:nvPr/>
            </p:nvSpPr>
            <p:spPr>
              <a:xfrm>
                <a:off x="4810250" y="3462800"/>
                <a:ext cx="130500" cy="130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34"/>
              <p:cNvSpPr/>
              <p:nvPr/>
            </p:nvSpPr>
            <p:spPr>
              <a:xfrm>
                <a:off x="5071050" y="3462800"/>
                <a:ext cx="130500" cy="130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69" name="Google Shape;469;p34"/>
          <p:cNvGrpSpPr/>
          <p:nvPr/>
        </p:nvGrpSpPr>
        <p:grpSpPr>
          <a:xfrm>
            <a:off x="38" y="781050"/>
            <a:ext cx="1468462" cy="1461300"/>
            <a:chOff x="4512688" y="583425"/>
            <a:chExt cx="1468462" cy="1461300"/>
          </a:xfrm>
        </p:grpSpPr>
        <p:sp>
          <p:nvSpPr>
            <p:cNvPr id="470" name="Google Shape;470;p34"/>
            <p:cNvSpPr/>
            <p:nvPr/>
          </p:nvSpPr>
          <p:spPr>
            <a:xfrm>
              <a:off x="4512688" y="583425"/>
              <a:ext cx="1461300" cy="1461300"/>
            </a:xfrm>
            <a:prstGeom prst="star12">
              <a:avLst>
                <a:gd fmla="val 27973" name="adj"/>
              </a:avLst>
            </a:prstGeom>
            <a:solidFill>
              <a:schemeClr val="accent5"/>
            </a:solidFill>
            <a:ln cap="flat" cmpd="sng" w="152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34"/>
            <p:cNvSpPr/>
            <p:nvPr/>
          </p:nvSpPr>
          <p:spPr>
            <a:xfrm>
              <a:off x="4519850" y="583425"/>
              <a:ext cx="1461300" cy="1461300"/>
            </a:xfrm>
            <a:prstGeom prst="star12">
              <a:avLst>
                <a:gd fmla="val 27973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2" name="Google Shape;472;p34"/>
          <p:cNvGrpSpPr/>
          <p:nvPr/>
        </p:nvGrpSpPr>
        <p:grpSpPr>
          <a:xfrm>
            <a:off x="4021398" y="3496847"/>
            <a:ext cx="1691900" cy="1600532"/>
            <a:chOff x="397193" y="2731496"/>
            <a:chExt cx="1153699" cy="1091396"/>
          </a:xfrm>
        </p:grpSpPr>
        <p:sp>
          <p:nvSpPr>
            <p:cNvPr id="473" name="Google Shape;473;p34"/>
            <p:cNvSpPr/>
            <p:nvPr/>
          </p:nvSpPr>
          <p:spPr>
            <a:xfrm>
              <a:off x="397193" y="2731496"/>
              <a:ext cx="1126271" cy="1091396"/>
            </a:xfrm>
            <a:custGeom>
              <a:rect b="b" l="l" r="r" t="t"/>
              <a:pathLst>
                <a:path extrusionOk="0" h="68159" w="70337">
                  <a:moveTo>
                    <a:pt x="29547" y="0"/>
                  </a:moveTo>
                  <a:cubicBezTo>
                    <a:pt x="23479" y="0"/>
                    <a:pt x="17191" y="2251"/>
                    <a:pt x="12078" y="6774"/>
                  </a:cubicBezTo>
                  <a:cubicBezTo>
                    <a:pt x="1649" y="15988"/>
                    <a:pt x="1" y="31212"/>
                    <a:pt x="8387" y="40694"/>
                  </a:cubicBezTo>
                  <a:cubicBezTo>
                    <a:pt x="12663" y="45532"/>
                    <a:pt x="18732" y="47961"/>
                    <a:pt x="25038" y="47961"/>
                  </a:cubicBezTo>
                  <a:cubicBezTo>
                    <a:pt x="30567" y="47961"/>
                    <a:pt x="36278" y="46093"/>
                    <a:pt x="41119" y="42343"/>
                  </a:cubicBezTo>
                  <a:lnTo>
                    <a:pt x="43446" y="44980"/>
                  </a:lnTo>
                  <a:cubicBezTo>
                    <a:pt x="42115" y="46319"/>
                    <a:pt x="41345" y="47248"/>
                    <a:pt x="41345" y="47248"/>
                  </a:cubicBezTo>
                  <a:cubicBezTo>
                    <a:pt x="41345" y="47248"/>
                    <a:pt x="42358" y="48704"/>
                    <a:pt x="43998" y="50846"/>
                  </a:cubicBezTo>
                  <a:cubicBezTo>
                    <a:pt x="43973" y="50872"/>
                    <a:pt x="43956" y="50888"/>
                    <a:pt x="43956" y="50888"/>
                  </a:cubicBezTo>
                  <a:cubicBezTo>
                    <a:pt x="43805" y="51056"/>
                    <a:pt x="43814" y="51307"/>
                    <a:pt x="43973" y="51457"/>
                  </a:cubicBezTo>
                  <a:cubicBezTo>
                    <a:pt x="44052" y="51532"/>
                    <a:pt x="44149" y="51567"/>
                    <a:pt x="44246" y="51567"/>
                  </a:cubicBezTo>
                  <a:cubicBezTo>
                    <a:pt x="44333" y="51567"/>
                    <a:pt x="44420" y="51538"/>
                    <a:pt x="44492" y="51482"/>
                  </a:cubicBezTo>
                  <a:cubicBezTo>
                    <a:pt x="49226" y="57596"/>
                    <a:pt x="58175" y="68158"/>
                    <a:pt x="63501" y="68158"/>
                  </a:cubicBezTo>
                  <a:cubicBezTo>
                    <a:pt x="64313" y="68158"/>
                    <a:pt x="65042" y="67912"/>
                    <a:pt x="65658" y="67367"/>
                  </a:cubicBezTo>
                  <a:cubicBezTo>
                    <a:pt x="70336" y="63233"/>
                    <a:pt x="58452" y="50503"/>
                    <a:pt x="52049" y="44243"/>
                  </a:cubicBezTo>
                  <a:cubicBezTo>
                    <a:pt x="52191" y="44101"/>
                    <a:pt x="52200" y="43866"/>
                    <a:pt x="52066" y="43707"/>
                  </a:cubicBezTo>
                  <a:cubicBezTo>
                    <a:pt x="51983" y="43615"/>
                    <a:pt x="51869" y="43566"/>
                    <a:pt x="51755" y="43566"/>
                  </a:cubicBezTo>
                  <a:cubicBezTo>
                    <a:pt x="51663" y="43566"/>
                    <a:pt x="51572" y="43598"/>
                    <a:pt x="51497" y="43666"/>
                  </a:cubicBezTo>
                  <a:lnTo>
                    <a:pt x="51472" y="43682"/>
                  </a:lnTo>
                  <a:cubicBezTo>
                    <a:pt x="49564" y="41849"/>
                    <a:pt x="48275" y="40694"/>
                    <a:pt x="48275" y="40694"/>
                  </a:cubicBezTo>
                  <a:cubicBezTo>
                    <a:pt x="47496" y="41297"/>
                    <a:pt x="46760" y="41908"/>
                    <a:pt x="46082" y="42502"/>
                  </a:cubicBezTo>
                  <a:lnTo>
                    <a:pt x="43831" y="39950"/>
                  </a:lnTo>
                  <a:cubicBezTo>
                    <a:pt x="53062" y="30651"/>
                    <a:pt x="54225" y="16340"/>
                    <a:pt x="46199" y="7268"/>
                  </a:cubicBezTo>
                  <a:cubicBezTo>
                    <a:pt x="41925" y="2431"/>
                    <a:pt x="35854" y="0"/>
                    <a:pt x="29547" y="0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152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4" name="Google Shape;474;p34"/>
            <p:cNvGrpSpPr/>
            <p:nvPr/>
          </p:nvGrpSpPr>
          <p:grpSpPr>
            <a:xfrm>
              <a:off x="398632" y="2731496"/>
              <a:ext cx="1152260" cy="1091395"/>
              <a:chOff x="-2182643" y="3425389"/>
              <a:chExt cx="1152260" cy="1091395"/>
            </a:xfrm>
          </p:grpSpPr>
          <p:sp>
            <p:nvSpPr>
              <p:cNvPr id="475" name="Google Shape;475;p34"/>
              <p:cNvSpPr/>
              <p:nvPr/>
            </p:nvSpPr>
            <p:spPr>
              <a:xfrm>
                <a:off x="-2182643" y="3425389"/>
                <a:ext cx="874315" cy="768024"/>
              </a:xfrm>
              <a:custGeom>
                <a:rect b="b" l="l" r="r" t="t"/>
                <a:pathLst>
                  <a:path extrusionOk="0" h="47964" w="54602">
                    <a:moveTo>
                      <a:pt x="29560" y="2897"/>
                    </a:moveTo>
                    <a:cubicBezTo>
                      <a:pt x="35057" y="2897"/>
                      <a:pt x="40327" y="4996"/>
                      <a:pt x="44031" y="9186"/>
                    </a:cubicBezTo>
                    <a:cubicBezTo>
                      <a:pt x="51363" y="17480"/>
                      <a:pt x="49823" y="30863"/>
                      <a:pt x="40591" y="39014"/>
                    </a:cubicBezTo>
                    <a:cubicBezTo>
                      <a:pt x="36028" y="43052"/>
                      <a:pt x="30424" y="45065"/>
                      <a:pt x="25039" y="45065"/>
                    </a:cubicBezTo>
                    <a:cubicBezTo>
                      <a:pt x="19540" y="45065"/>
                      <a:pt x="14271" y="42966"/>
                      <a:pt x="10571" y="38780"/>
                    </a:cubicBezTo>
                    <a:cubicBezTo>
                      <a:pt x="3239" y="30486"/>
                      <a:pt x="4779" y="17104"/>
                      <a:pt x="14011" y="8944"/>
                    </a:cubicBezTo>
                    <a:cubicBezTo>
                      <a:pt x="18574" y="4910"/>
                      <a:pt x="24176" y="2897"/>
                      <a:pt x="29560" y="2897"/>
                    </a:cubicBezTo>
                    <a:close/>
                    <a:moveTo>
                      <a:pt x="29555" y="0"/>
                    </a:moveTo>
                    <a:cubicBezTo>
                      <a:pt x="23486" y="0"/>
                      <a:pt x="17199" y="2249"/>
                      <a:pt x="12086" y="6768"/>
                    </a:cubicBezTo>
                    <a:cubicBezTo>
                      <a:pt x="1658" y="15990"/>
                      <a:pt x="0" y="31206"/>
                      <a:pt x="8395" y="40697"/>
                    </a:cubicBezTo>
                    <a:cubicBezTo>
                      <a:pt x="12668" y="45533"/>
                      <a:pt x="18740" y="47964"/>
                      <a:pt x="25046" y="47964"/>
                    </a:cubicBezTo>
                    <a:cubicBezTo>
                      <a:pt x="31115" y="47964"/>
                      <a:pt x="37403" y="45713"/>
                      <a:pt x="42516" y="41190"/>
                    </a:cubicBezTo>
                    <a:cubicBezTo>
                      <a:pt x="52944" y="31976"/>
                      <a:pt x="54602" y="16752"/>
                      <a:pt x="46207" y="7261"/>
                    </a:cubicBezTo>
                    <a:cubicBezTo>
                      <a:pt x="41933" y="2429"/>
                      <a:pt x="35862" y="0"/>
                      <a:pt x="2955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p34"/>
              <p:cNvSpPr/>
              <p:nvPr/>
            </p:nvSpPr>
            <p:spPr>
              <a:xfrm>
                <a:off x="-2130778" y="3471777"/>
                <a:ext cx="770586" cy="675215"/>
              </a:xfrm>
              <a:custGeom>
                <a:rect b="b" l="l" r="r" t="t"/>
                <a:pathLst>
                  <a:path extrusionOk="0" h="42168" w="48124">
                    <a:moveTo>
                      <a:pt x="26321" y="0"/>
                    </a:moveTo>
                    <a:cubicBezTo>
                      <a:pt x="20937" y="0"/>
                      <a:pt x="15335" y="2013"/>
                      <a:pt x="10772" y="6047"/>
                    </a:cubicBezTo>
                    <a:cubicBezTo>
                      <a:pt x="1540" y="14207"/>
                      <a:pt x="0" y="27589"/>
                      <a:pt x="7332" y="35883"/>
                    </a:cubicBezTo>
                    <a:cubicBezTo>
                      <a:pt x="11032" y="40069"/>
                      <a:pt x="16301" y="42168"/>
                      <a:pt x="21800" y="42168"/>
                    </a:cubicBezTo>
                    <a:cubicBezTo>
                      <a:pt x="27185" y="42168"/>
                      <a:pt x="32789" y="40155"/>
                      <a:pt x="37352" y="36117"/>
                    </a:cubicBezTo>
                    <a:cubicBezTo>
                      <a:pt x="46584" y="27966"/>
                      <a:pt x="48124" y="14583"/>
                      <a:pt x="40792" y="6289"/>
                    </a:cubicBezTo>
                    <a:cubicBezTo>
                      <a:pt x="37088" y="2099"/>
                      <a:pt x="31818" y="0"/>
                      <a:pt x="263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7" name="Google Shape;477;p34"/>
              <p:cNvSpPr/>
              <p:nvPr/>
            </p:nvSpPr>
            <p:spPr>
              <a:xfrm>
                <a:off x="-1537499" y="4049956"/>
                <a:ext cx="97308" cy="99326"/>
              </a:xfrm>
              <a:custGeom>
                <a:rect b="b" l="l" r="r" t="t"/>
                <a:pathLst>
                  <a:path extrusionOk="0" h="6203" w="6077">
                    <a:moveTo>
                      <a:pt x="2703" y="1"/>
                    </a:moveTo>
                    <a:lnTo>
                      <a:pt x="0" y="2395"/>
                    </a:lnTo>
                    <a:lnTo>
                      <a:pt x="3365" y="6203"/>
                    </a:lnTo>
                    <a:lnTo>
                      <a:pt x="6076" y="3809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p34"/>
              <p:cNvSpPr/>
              <p:nvPr/>
            </p:nvSpPr>
            <p:spPr>
              <a:xfrm>
                <a:off x="-1520622" y="4077033"/>
                <a:ext cx="490239" cy="439751"/>
              </a:xfrm>
              <a:custGeom>
                <a:rect b="b" l="l" r="r" t="t"/>
                <a:pathLst>
                  <a:path extrusionOk="0" h="27463" w="30616">
                    <a:moveTo>
                      <a:pt x="6930" y="1"/>
                    </a:moveTo>
                    <a:cubicBezTo>
                      <a:pt x="2829" y="3173"/>
                      <a:pt x="1" y="6554"/>
                      <a:pt x="1" y="6554"/>
                    </a:cubicBezTo>
                    <a:cubicBezTo>
                      <a:pt x="1" y="6554"/>
                      <a:pt x="14669" y="27463"/>
                      <a:pt x="22159" y="27463"/>
                    </a:cubicBezTo>
                    <a:cubicBezTo>
                      <a:pt x="22971" y="27463"/>
                      <a:pt x="23698" y="27217"/>
                      <a:pt x="24313" y="26673"/>
                    </a:cubicBezTo>
                    <a:cubicBezTo>
                      <a:pt x="30615" y="21108"/>
                      <a:pt x="6930" y="1"/>
                      <a:pt x="693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34"/>
              <p:cNvSpPr/>
              <p:nvPr/>
            </p:nvSpPr>
            <p:spPr>
              <a:xfrm>
                <a:off x="-1481215" y="4122941"/>
                <a:ext cx="134553" cy="128180"/>
              </a:xfrm>
              <a:custGeom>
                <a:rect b="b" l="l" r="r" t="t"/>
                <a:pathLst>
                  <a:path extrusionOk="0" h="8005" w="8403">
                    <a:moveTo>
                      <a:pt x="7961" y="0"/>
                    </a:moveTo>
                    <a:cubicBezTo>
                      <a:pt x="7869" y="0"/>
                      <a:pt x="7776" y="32"/>
                      <a:pt x="7700" y="96"/>
                    </a:cubicBezTo>
                    <a:cubicBezTo>
                      <a:pt x="3775" y="3469"/>
                      <a:pt x="159" y="7327"/>
                      <a:pt x="159" y="7327"/>
                    </a:cubicBezTo>
                    <a:cubicBezTo>
                      <a:pt x="0" y="7495"/>
                      <a:pt x="9" y="7746"/>
                      <a:pt x="176" y="7896"/>
                    </a:cubicBezTo>
                    <a:cubicBezTo>
                      <a:pt x="252" y="7969"/>
                      <a:pt x="352" y="8004"/>
                      <a:pt x="451" y="8004"/>
                    </a:cubicBezTo>
                    <a:cubicBezTo>
                      <a:pt x="559" y="8004"/>
                      <a:pt x="667" y="7962"/>
                      <a:pt x="745" y="7880"/>
                    </a:cubicBezTo>
                    <a:cubicBezTo>
                      <a:pt x="745" y="7880"/>
                      <a:pt x="795" y="7821"/>
                      <a:pt x="904" y="7712"/>
                    </a:cubicBezTo>
                    <a:cubicBezTo>
                      <a:pt x="1641" y="6934"/>
                      <a:pt x="4821" y="3620"/>
                      <a:pt x="8219" y="707"/>
                    </a:cubicBezTo>
                    <a:cubicBezTo>
                      <a:pt x="8386" y="565"/>
                      <a:pt x="8403" y="314"/>
                      <a:pt x="8261" y="138"/>
                    </a:cubicBezTo>
                    <a:cubicBezTo>
                      <a:pt x="8183" y="47"/>
                      <a:pt x="8072" y="0"/>
                      <a:pt x="79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34"/>
              <p:cNvSpPr/>
              <p:nvPr/>
            </p:nvSpPr>
            <p:spPr>
              <a:xfrm>
                <a:off x="-1945033" y="3516324"/>
                <a:ext cx="377655" cy="596514"/>
              </a:xfrm>
              <a:custGeom>
                <a:rect b="b" l="l" r="r" t="t"/>
                <a:pathLst>
                  <a:path extrusionOk="0" h="37253" w="23585">
                    <a:moveTo>
                      <a:pt x="7298" y="0"/>
                    </a:moveTo>
                    <a:cubicBezTo>
                      <a:pt x="4746" y="938"/>
                      <a:pt x="2285" y="2369"/>
                      <a:pt x="92" y="4311"/>
                    </a:cubicBezTo>
                    <a:lnTo>
                      <a:pt x="0" y="4403"/>
                    </a:lnTo>
                    <a:lnTo>
                      <a:pt x="2327" y="9324"/>
                    </a:lnTo>
                    <a:lnTo>
                      <a:pt x="12144" y="30038"/>
                    </a:lnTo>
                    <a:lnTo>
                      <a:pt x="15559" y="37252"/>
                    </a:lnTo>
                    <a:cubicBezTo>
                      <a:pt x="18362" y="36524"/>
                      <a:pt x="21107" y="35218"/>
                      <a:pt x="23585" y="33319"/>
                    </a:cubicBezTo>
                    <a:lnTo>
                      <a:pt x="20496" y="27000"/>
                    </a:lnTo>
                    <a:lnTo>
                      <a:pt x="11541" y="8688"/>
                    </a:lnTo>
                    <a:lnTo>
                      <a:pt x="729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81" name="Google Shape;481;p34"/>
          <p:cNvSpPr/>
          <p:nvPr/>
        </p:nvSpPr>
        <p:spPr>
          <a:xfrm>
            <a:off x="3145201" y="1583125"/>
            <a:ext cx="130500" cy="130500"/>
          </a:xfrm>
          <a:prstGeom prst="star4">
            <a:avLst>
              <a:gd fmla="val 20192" name="adj"/>
            </a:avLst>
          </a:pr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34"/>
          <p:cNvSpPr/>
          <p:nvPr/>
        </p:nvSpPr>
        <p:spPr>
          <a:xfrm>
            <a:off x="6279838" y="4595013"/>
            <a:ext cx="130500" cy="130500"/>
          </a:xfrm>
          <a:prstGeom prst="star4">
            <a:avLst>
              <a:gd fmla="val 20192" name="adj"/>
            </a:avLst>
          </a:pr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3" name="Google Shape;483;p34"/>
          <p:cNvGrpSpPr/>
          <p:nvPr/>
        </p:nvGrpSpPr>
        <p:grpSpPr>
          <a:xfrm rot="1635585">
            <a:off x="3997318" y="1420983"/>
            <a:ext cx="987221" cy="884598"/>
            <a:chOff x="6839825" y="2135100"/>
            <a:chExt cx="1344950" cy="1031550"/>
          </a:xfrm>
        </p:grpSpPr>
        <p:sp>
          <p:nvSpPr>
            <p:cNvPr id="484" name="Google Shape;484;p34"/>
            <p:cNvSpPr/>
            <p:nvPr/>
          </p:nvSpPr>
          <p:spPr>
            <a:xfrm>
              <a:off x="6839825" y="2139075"/>
              <a:ext cx="1344950" cy="1023600"/>
            </a:xfrm>
            <a:custGeom>
              <a:rect b="b" l="l" r="r" t="t"/>
              <a:pathLst>
                <a:path extrusionOk="0" h="40944" w="53798">
                  <a:moveTo>
                    <a:pt x="51471" y="1"/>
                  </a:moveTo>
                  <a:lnTo>
                    <a:pt x="51471" y="1"/>
                  </a:lnTo>
                  <a:cubicBezTo>
                    <a:pt x="44240" y="76"/>
                    <a:pt x="38172" y="1424"/>
                    <a:pt x="33870" y="2763"/>
                  </a:cubicBezTo>
                  <a:lnTo>
                    <a:pt x="20513" y="2712"/>
                  </a:lnTo>
                  <a:cubicBezTo>
                    <a:pt x="16032" y="1314"/>
                    <a:pt x="11574" y="954"/>
                    <a:pt x="8176" y="954"/>
                  </a:cubicBezTo>
                  <a:cubicBezTo>
                    <a:pt x="4579" y="954"/>
                    <a:pt x="2168" y="1357"/>
                    <a:pt x="2168" y="1357"/>
                  </a:cubicBezTo>
                  <a:lnTo>
                    <a:pt x="2226" y="2637"/>
                  </a:lnTo>
                  <a:lnTo>
                    <a:pt x="937" y="2629"/>
                  </a:lnTo>
                  <a:cubicBezTo>
                    <a:pt x="419" y="2629"/>
                    <a:pt x="0" y="3047"/>
                    <a:pt x="0" y="3558"/>
                  </a:cubicBezTo>
                  <a:lnTo>
                    <a:pt x="50" y="4830"/>
                  </a:lnTo>
                  <a:cubicBezTo>
                    <a:pt x="17" y="4922"/>
                    <a:pt x="0" y="5022"/>
                    <a:pt x="0" y="5123"/>
                  </a:cubicBezTo>
                  <a:lnTo>
                    <a:pt x="1281" y="40014"/>
                  </a:lnTo>
                  <a:cubicBezTo>
                    <a:pt x="1281" y="40525"/>
                    <a:pt x="1699" y="40943"/>
                    <a:pt x="2218" y="40943"/>
                  </a:cubicBezTo>
                  <a:lnTo>
                    <a:pt x="51797" y="40943"/>
                  </a:lnTo>
                  <a:cubicBezTo>
                    <a:pt x="52308" y="40943"/>
                    <a:pt x="52726" y="40525"/>
                    <a:pt x="52726" y="40014"/>
                  </a:cubicBezTo>
                  <a:lnTo>
                    <a:pt x="53798" y="5332"/>
                  </a:lnTo>
                  <a:cubicBezTo>
                    <a:pt x="53798" y="5240"/>
                    <a:pt x="53781" y="5148"/>
                    <a:pt x="53756" y="5064"/>
                  </a:cubicBezTo>
                  <a:lnTo>
                    <a:pt x="53798" y="3775"/>
                  </a:lnTo>
                  <a:cubicBezTo>
                    <a:pt x="53798" y="3256"/>
                    <a:pt x="53379" y="2846"/>
                    <a:pt x="52860" y="2846"/>
                  </a:cubicBezTo>
                  <a:lnTo>
                    <a:pt x="51429" y="2838"/>
                  </a:lnTo>
                  <a:lnTo>
                    <a:pt x="51471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152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5" name="Google Shape;485;p34"/>
            <p:cNvGrpSpPr/>
            <p:nvPr/>
          </p:nvGrpSpPr>
          <p:grpSpPr>
            <a:xfrm>
              <a:off x="6839925" y="2135100"/>
              <a:ext cx="1344750" cy="1031550"/>
              <a:chOff x="7944925" y="1160975"/>
              <a:chExt cx="1344750" cy="1031550"/>
            </a:xfrm>
          </p:grpSpPr>
          <p:sp>
            <p:nvSpPr>
              <p:cNvPr id="486" name="Google Shape;486;p34"/>
              <p:cNvSpPr/>
              <p:nvPr/>
            </p:nvSpPr>
            <p:spPr>
              <a:xfrm>
                <a:off x="7944925" y="1273750"/>
                <a:ext cx="1344750" cy="918775"/>
              </a:xfrm>
              <a:custGeom>
                <a:rect b="b" l="l" r="r" t="t"/>
                <a:pathLst>
                  <a:path extrusionOk="0" h="36751" w="53790">
                    <a:moveTo>
                      <a:pt x="930" y="1"/>
                    </a:moveTo>
                    <a:cubicBezTo>
                      <a:pt x="419" y="1"/>
                      <a:pt x="1" y="411"/>
                      <a:pt x="1" y="930"/>
                    </a:cubicBezTo>
                    <a:lnTo>
                      <a:pt x="1281" y="35821"/>
                    </a:lnTo>
                    <a:cubicBezTo>
                      <a:pt x="1281" y="36332"/>
                      <a:pt x="1700" y="36750"/>
                      <a:pt x="2210" y="36750"/>
                    </a:cubicBezTo>
                    <a:lnTo>
                      <a:pt x="51798" y="36750"/>
                    </a:lnTo>
                    <a:cubicBezTo>
                      <a:pt x="52308" y="36750"/>
                      <a:pt x="52727" y="36332"/>
                      <a:pt x="52727" y="35821"/>
                    </a:cubicBezTo>
                    <a:lnTo>
                      <a:pt x="53790" y="1139"/>
                    </a:lnTo>
                    <a:cubicBezTo>
                      <a:pt x="53790" y="628"/>
                      <a:pt x="53380" y="210"/>
                      <a:pt x="52861" y="210"/>
                    </a:cubicBezTo>
                    <a:lnTo>
                      <a:pt x="93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34"/>
              <p:cNvSpPr/>
              <p:nvPr/>
            </p:nvSpPr>
            <p:spPr>
              <a:xfrm>
                <a:off x="7944925" y="1234625"/>
                <a:ext cx="1344750" cy="918750"/>
              </a:xfrm>
              <a:custGeom>
                <a:rect b="b" l="l" r="r" t="t"/>
                <a:pathLst>
                  <a:path extrusionOk="0" h="36750" w="53790">
                    <a:moveTo>
                      <a:pt x="930" y="0"/>
                    </a:moveTo>
                    <a:cubicBezTo>
                      <a:pt x="419" y="0"/>
                      <a:pt x="1" y="419"/>
                      <a:pt x="1" y="929"/>
                    </a:cubicBezTo>
                    <a:lnTo>
                      <a:pt x="1281" y="35821"/>
                    </a:lnTo>
                    <a:cubicBezTo>
                      <a:pt x="1281" y="36340"/>
                      <a:pt x="1700" y="36750"/>
                      <a:pt x="2210" y="36750"/>
                    </a:cubicBezTo>
                    <a:lnTo>
                      <a:pt x="51798" y="36750"/>
                    </a:lnTo>
                    <a:cubicBezTo>
                      <a:pt x="52308" y="36750"/>
                      <a:pt x="52727" y="36340"/>
                      <a:pt x="52727" y="35821"/>
                    </a:cubicBezTo>
                    <a:lnTo>
                      <a:pt x="53790" y="1147"/>
                    </a:lnTo>
                    <a:cubicBezTo>
                      <a:pt x="53790" y="628"/>
                      <a:pt x="53380" y="218"/>
                      <a:pt x="52861" y="218"/>
                    </a:cubicBezTo>
                    <a:lnTo>
                      <a:pt x="93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34"/>
              <p:cNvSpPr/>
              <p:nvPr/>
            </p:nvSpPr>
            <p:spPr>
              <a:xfrm>
                <a:off x="7999125" y="1168925"/>
                <a:ext cx="1232600" cy="903500"/>
              </a:xfrm>
              <a:custGeom>
                <a:rect b="b" l="l" r="r" t="t"/>
                <a:pathLst>
                  <a:path extrusionOk="0" h="36140" w="49304">
                    <a:moveTo>
                      <a:pt x="49304" y="1"/>
                    </a:moveTo>
                    <a:lnTo>
                      <a:pt x="49304" y="1"/>
                    </a:lnTo>
                    <a:cubicBezTo>
                      <a:pt x="34641" y="160"/>
                      <a:pt x="24731" y="5524"/>
                      <a:pt x="24731" y="5524"/>
                    </a:cubicBezTo>
                    <a:cubicBezTo>
                      <a:pt x="18406" y="1742"/>
                      <a:pt x="11048" y="954"/>
                      <a:pt x="6012" y="954"/>
                    </a:cubicBezTo>
                    <a:cubicBezTo>
                      <a:pt x="2413" y="954"/>
                      <a:pt x="0" y="1356"/>
                      <a:pt x="0" y="1356"/>
                    </a:cubicBezTo>
                    <a:lnTo>
                      <a:pt x="1482" y="30908"/>
                    </a:lnTo>
                    <a:lnTo>
                      <a:pt x="24731" y="36139"/>
                    </a:lnTo>
                    <a:lnTo>
                      <a:pt x="48877" y="30925"/>
                    </a:lnTo>
                    <a:lnTo>
                      <a:pt x="493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9" name="Google Shape;489;p34"/>
              <p:cNvSpPr/>
              <p:nvPr/>
            </p:nvSpPr>
            <p:spPr>
              <a:xfrm>
                <a:off x="8036150" y="1941050"/>
                <a:ext cx="1184900" cy="137225"/>
              </a:xfrm>
              <a:custGeom>
                <a:rect b="b" l="l" r="r" t="t"/>
                <a:pathLst>
                  <a:path extrusionOk="0" h="5489" w="47396">
                    <a:moveTo>
                      <a:pt x="1494" y="0"/>
                    </a:moveTo>
                    <a:cubicBezTo>
                      <a:pt x="1002" y="0"/>
                      <a:pt x="504" y="8"/>
                      <a:pt x="1" y="23"/>
                    </a:cubicBezTo>
                    <a:cubicBezTo>
                      <a:pt x="1" y="23"/>
                      <a:pt x="963" y="1689"/>
                      <a:pt x="837" y="5488"/>
                    </a:cubicBezTo>
                    <a:lnTo>
                      <a:pt x="46350" y="5488"/>
                    </a:lnTo>
                    <a:cubicBezTo>
                      <a:pt x="46350" y="5488"/>
                      <a:pt x="45789" y="2768"/>
                      <a:pt x="47396" y="40"/>
                    </a:cubicBezTo>
                    <a:cubicBezTo>
                      <a:pt x="47396" y="40"/>
                      <a:pt x="46943" y="20"/>
                      <a:pt x="46142" y="20"/>
                    </a:cubicBezTo>
                    <a:cubicBezTo>
                      <a:pt x="42460" y="20"/>
                      <a:pt x="31424" y="449"/>
                      <a:pt x="23250" y="5254"/>
                    </a:cubicBezTo>
                    <a:cubicBezTo>
                      <a:pt x="23250" y="5254"/>
                      <a:pt x="14530" y="0"/>
                      <a:pt x="149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0" name="Google Shape;490;p34"/>
              <p:cNvSpPr/>
              <p:nvPr/>
            </p:nvSpPr>
            <p:spPr>
              <a:xfrm>
                <a:off x="7995550" y="1179600"/>
                <a:ext cx="630450" cy="136850"/>
              </a:xfrm>
              <a:custGeom>
                <a:rect b="b" l="l" r="r" t="t"/>
                <a:pathLst>
                  <a:path extrusionOk="0" h="5474" w="25218">
                    <a:moveTo>
                      <a:pt x="244" y="1189"/>
                    </a:moveTo>
                    <a:cubicBezTo>
                      <a:pt x="244" y="1189"/>
                      <a:pt x="7809" y="419"/>
                      <a:pt x="13090" y="1323"/>
                    </a:cubicBezTo>
                    <a:cubicBezTo>
                      <a:pt x="21041" y="2687"/>
                      <a:pt x="24858" y="5407"/>
                      <a:pt x="24858" y="5407"/>
                    </a:cubicBezTo>
                    <a:cubicBezTo>
                      <a:pt x="24950" y="5474"/>
                      <a:pt x="25084" y="5449"/>
                      <a:pt x="25151" y="5357"/>
                    </a:cubicBezTo>
                    <a:cubicBezTo>
                      <a:pt x="25217" y="5265"/>
                      <a:pt x="25201" y="5131"/>
                      <a:pt x="25100" y="5064"/>
                    </a:cubicBezTo>
                    <a:cubicBezTo>
                      <a:pt x="25100" y="5064"/>
                      <a:pt x="21234" y="2294"/>
                      <a:pt x="13157" y="913"/>
                    </a:cubicBezTo>
                    <a:cubicBezTo>
                      <a:pt x="7835" y="0"/>
                      <a:pt x="202" y="770"/>
                      <a:pt x="202" y="770"/>
                    </a:cubicBezTo>
                    <a:cubicBezTo>
                      <a:pt x="85" y="779"/>
                      <a:pt x="1" y="888"/>
                      <a:pt x="18" y="996"/>
                    </a:cubicBezTo>
                    <a:cubicBezTo>
                      <a:pt x="26" y="1113"/>
                      <a:pt x="126" y="1197"/>
                      <a:pt x="244" y="118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34"/>
              <p:cNvSpPr/>
              <p:nvPr/>
            </p:nvSpPr>
            <p:spPr>
              <a:xfrm>
                <a:off x="8685200" y="1160975"/>
                <a:ext cx="553850" cy="120950"/>
              </a:xfrm>
              <a:custGeom>
                <a:rect b="b" l="l" r="r" t="t"/>
                <a:pathLst>
                  <a:path extrusionOk="0" h="4838" w="22154">
                    <a:moveTo>
                      <a:pt x="21953" y="151"/>
                    </a:moveTo>
                    <a:cubicBezTo>
                      <a:pt x="21953" y="151"/>
                      <a:pt x="15332" y="0"/>
                      <a:pt x="8813" y="1674"/>
                    </a:cubicBezTo>
                    <a:cubicBezTo>
                      <a:pt x="2302" y="3357"/>
                      <a:pt x="142" y="4411"/>
                      <a:pt x="142" y="4411"/>
                    </a:cubicBezTo>
                    <a:cubicBezTo>
                      <a:pt x="42" y="4461"/>
                      <a:pt x="0" y="4587"/>
                      <a:pt x="50" y="4696"/>
                    </a:cubicBezTo>
                    <a:cubicBezTo>
                      <a:pt x="100" y="4796"/>
                      <a:pt x="226" y="4838"/>
                      <a:pt x="326" y="4788"/>
                    </a:cubicBezTo>
                    <a:cubicBezTo>
                      <a:pt x="326" y="4788"/>
                      <a:pt x="2461" y="3750"/>
                      <a:pt x="8922" y="2084"/>
                    </a:cubicBezTo>
                    <a:cubicBezTo>
                      <a:pt x="15374" y="419"/>
                      <a:pt x="21944" y="570"/>
                      <a:pt x="21944" y="570"/>
                    </a:cubicBezTo>
                    <a:cubicBezTo>
                      <a:pt x="22053" y="578"/>
                      <a:pt x="22153" y="486"/>
                      <a:pt x="22153" y="369"/>
                    </a:cubicBezTo>
                    <a:cubicBezTo>
                      <a:pt x="22153" y="252"/>
                      <a:pt x="22070" y="160"/>
                      <a:pt x="21953" y="1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34"/>
              <p:cNvSpPr/>
              <p:nvPr/>
            </p:nvSpPr>
            <p:spPr>
              <a:xfrm>
                <a:off x="8612575" y="1635525"/>
                <a:ext cx="10500" cy="443375"/>
              </a:xfrm>
              <a:custGeom>
                <a:rect b="b" l="l" r="r" t="t"/>
                <a:pathLst>
                  <a:path extrusionOk="0" h="17735" w="420">
                    <a:moveTo>
                      <a:pt x="419" y="17525"/>
                    </a:moveTo>
                    <a:lnTo>
                      <a:pt x="419" y="209"/>
                    </a:lnTo>
                    <a:cubicBezTo>
                      <a:pt x="419" y="100"/>
                      <a:pt x="327" y="0"/>
                      <a:pt x="210" y="0"/>
                    </a:cubicBezTo>
                    <a:cubicBezTo>
                      <a:pt x="101" y="0"/>
                      <a:pt x="1" y="100"/>
                      <a:pt x="1" y="209"/>
                    </a:cubicBezTo>
                    <a:lnTo>
                      <a:pt x="1" y="17525"/>
                    </a:lnTo>
                    <a:cubicBezTo>
                      <a:pt x="1" y="17642"/>
                      <a:pt x="101" y="17735"/>
                      <a:pt x="210" y="17735"/>
                    </a:cubicBezTo>
                    <a:cubicBezTo>
                      <a:pt x="327" y="17735"/>
                      <a:pt x="419" y="17642"/>
                      <a:pt x="419" y="1752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34"/>
              <p:cNvSpPr/>
              <p:nvPr/>
            </p:nvSpPr>
            <p:spPr>
              <a:xfrm>
                <a:off x="8612575" y="1511450"/>
                <a:ext cx="10500" cy="97925"/>
              </a:xfrm>
              <a:custGeom>
                <a:rect b="b" l="l" r="r" t="t"/>
                <a:pathLst>
                  <a:path extrusionOk="0" h="3917" w="420">
                    <a:moveTo>
                      <a:pt x="419" y="3708"/>
                    </a:moveTo>
                    <a:lnTo>
                      <a:pt x="419" y="209"/>
                    </a:lnTo>
                    <a:cubicBezTo>
                      <a:pt x="419" y="92"/>
                      <a:pt x="327" y="0"/>
                      <a:pt x="210" y="0"/>
                    </a:cubicBezTo>
                    <a:cubicBezTo>
                      <a:pt x="101" y="0"/>
                      <a:pt x="1" y="92"/>
                      <a:pt x="1" y="209"/>
                    </a:cubicBezTo>
                    <a:lnTo>
                      <a:pt x="1" y="3708"/>
                    </a:lnTo>
                    <a:cubicBezTo>
                      <a:pt x="1" y="3825"/>
                      <a:pt x="101" y="3917"/>
                      <a:pt x="210" y="3917"/>
                    </a:cubicBezTo>
                    <a:cubicBezTo>
                      <a:pt x="327" y="3917"/>
                      <a:pt x="419" y="3825"/>
                      <a:pt x="419" y="370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494" name="Google Shape;494;p34" title="images (1).jfif"/>
          <p:cNvPicPr preferRelativeResize="0"/>
          <p:nvPr/>
        </p:nvPicPr>
        <p:blipFill rotWithShape="1">
          <a:blip r:embed="rId3">
            <a:alphaModFix/>
          </a:blip>
          <a:srcRect b="0" l="27951" r="27955" t="0"/>
          <a:stretch/>
        </p:blipFill>
        <p:spPr>
          <a:xfrm rot="-963493">
            <a:off x="7643605" y="3323089"/>
            <a:ext cx="2260190" cy="2881144"/>
          </a:xfrm>
          <a:prstGeom prst="teardrop">
            <a:avLst>
              <a:gd fmla="val 100000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7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5"/>
          <p:cNvSpPr txBox="1"/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latin typeface="Bitter SemiBold"/>
                <a:ea typeface="Bitter SemiBold"/>
                <a:cs typeface="Bitter SemiBold"/>
                <a:sym typeface="Bitter SemiBold"/>
              </a:rPr>
              <a:t>Серверная реализация приложения</a:t>
            </a:r>
            <a:endParaRPr b="0" sz="3200">
              <a:latin typeface="Bitter SemiBold"/>
              <a:ea typeface="Bitter SemiBold"/>
              <a:cs typeface="Bitter SemiBold"/>
              <a:sym typeface="Bitter SemiBold"/>
            </a:endParaRPr>
          </a:p>
        </p:txBody>
      </p:sp>
      <p:sp>
        <p:nvSpPr>
          <p:cNvPr id="500" name="Google Shape;500;p35"/>
          <p:cNvSpPr txBox="1"/>
          <p:nvPr>
            <p:ph idx="1" type="subTitle"/>
          </p:nvPr>
        </p:nvSpPr>
        <p:spPr>
          <a:xfrm>
            <a:off x="2139225" y="2243957"/>
            <a:ext cx="23949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Bitter"/>
                <a:ea typeface="Bitter"/>
                <a:cs typeface="Bitter"/>
                <a:sym typeface="Bitter"/>
              </a:rPr>
              <a:t>JPA-классы User и Grade, связанные через user_id (Один-ко-Многим) для изоляции данных.</a:t>
            </a:r>
            <a:endParaRPr sz="1200"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501" name="Google Shape;501;p35"/>
          <p:cNvSpPr txBox="1"/>
          <p:nvPr>
            <p:ph idx="2" type="title"/>
          </p:nvPr>
        </p:nvSpPr>
        <p:spPr>
          <a:xfrm>
            <a:off x="2139225" y="1716250"/>
            <a:ext cx="23949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00">
                <a:latin typeface="Bitter SemiBold"/>
                <a:ea typeface="Bitter SemiBold"/>
                <a:cs typeface="Bitter SemiBold"/>
                <a:sym typeface="Bitter SemiBold"/>
              </a:rPr>
              <a:t>Сущности (Model)</a:t>
            </a:r>
            <a:endParaRPr b="0" sz="2000">
              <a:latin typeface="Bitter SemiBold"/>
              <a:ea typeface="Bitter SemiBold"/>
              <a:cs typeface="Bitter SemiBold"/>
              <a:sym typeface="Bitter SemiBold"/>
            </a:endParaRPr>
          </a:p>
        </p:txBody>
      </p:sp>
      <p:sp>
        <p:nvSpPr>
          <p:cNvPr id="502" name="Google Shape;502;p35"/>
          <p:cNvSpPr txBox="1"/>
          <p:nvPr>
            <p:ph idx="3" type="title"/>
          </p:nvPr>
        </p:nvSpPr>
        <p:spPr>
          <a:xfrm>
            <a:off x="6035875" y="1716250"/>
            <a:ext cx="23949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00">
                <a:latin typeface="Bitter SemiBold"/>
                <a:ea typeface="Bitter SemiBold"/>
                <a:cs typeface="Bitter SemiBold"/>
                <a:sym typeface="Bitter SemiBold"/>
              </a:rPr>
              <a:t>Бизнес-логика (Service)</a:t>
            </a:r>
            <a:endParaRPr b="0" sz="2000">
              <a:latin typeface="Bitter SemiBold"/>
              <a:ea typeface="Bitter SemiBold"/>
              <a:cs typeface="Bitter SemiBold"/>
              <a:sym typeface="Bitter SemiBold"/>
            </a:endParaRPr>
          </a:p>
        </p:txBody>
      </p:sp>
      <p:sp>
        <p:nvSpPr>
          <p:cNvPr id="503" name="Google Shape;503;p35"/>
          <p:cNvSpPr txBox="1"/>
          <p:nvPr>
            <p:ph idx="4" type="subTitle"/>
          </p:nvPr>
        </p:nvSpPr>
        <p:spPr>
          <a:xfrm>
            <a:off x="6035875" y="2243957"/>
            <a:ext cx="23949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Bitter"/>
                <a:ea typeface="Bitter"/>
                <a:cs typeface="Bitter"/>
                <a:sym typeface="Bitter"/>
              </a:rPr>
              <a:t>Проверка паролей при входе и фильтрация оценок по предметам</a:t>
            </a:r>
            <a:endParaRPr sz="1200"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504" name="Google Shape;504;p35"/>
          <p:cNvSpPr txBox="1"/>
          <p:nvPr>
            <p:ph idx="5" type="title"/>
          </p:nvPr>
        </p:nvSpPr>
        <p:spPr>
          <a:xfrm>
            <a:off x="2139225" y="3166744"/>
            <a:ext cx="23949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00">
                <a:latin typeface="Bitter SemiBold"/>
                <a:ea typeface="Bitter SemiBold"/>
                <a:cs typeface="Bitter SemiBold"/>
                <a:sym typeface="Bitter SemiBold"/>
              </a:rPr>
              <a:t>Репозитории (Repository)</a:t>
            </a:r>
            <a:endParaRPr b="0" sz="2000">
              <a:latin typeface="Bitter SemiBold"/>
              <a:ea typeface="Bitter SemiBold"/>
              <a:cs typeface="Bitter SemiBold"/>
              <a:sym typeface="Bitter SemiBold"/>
            </a:endParaRPr>
          </a:p>
        </p:txBody>
      </p:sp>
      <p:sp>
        <p:nvSpPr>
          <p:cNvPr id="505" name="Google Shape;505;p35"/>
          <p:cNvSpPr txBox="1"/>
          <p:nvPr>
            <p:ph idx="6" type="subTitle"/>
          </p:nvPr>
        </p:nvSpPr>
        <p:spPr>
          <a:xfrm>
            <a:off x="2139225" y="3694450"/>
            <a:ext cx="23949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Bitter"/>
                <a:ea typeface="Bitter"/>
                <a:cs typeface="Bitter"/>
                <a:sym typeface="Bitter"/>
              </a:rPr>
              <a:t>Spring Data JPA. Методы findByLogin и findByUserAndSubject без написания SQL.</a:t>
            </a:r>
            <a:endParaRPr sz="1200"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506" name="Google Shape;506;p35"/>
          <p:cNvSpPr txBox="1"/>
          <p:nvPr>
            <p:ph idx="7" type="title"/>
          </p:nvPr>
        </p:nvSpPr>
        <p:spPr>
          <a:xfrm>
            <a:off x="6035875" y="3166744"/>
            <a:ext cx="23949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000">
                <a:latin typeface="Bitter SemiBold"/>
                <a:ea typeface="Bitter SemiBold"/>
                <a:cs typeface="Bitter SemiBold"/>
                <a:sym typeface="Bitter SemiBold"/>
              </a:rPr>
              <a:t>Контроллеры (Controller)</a:t>
            </a:r>
            <a:endParaRPr b="0" sz="2000">
              <a:latin typeface="Bitter SemiBold"/>
              <a:ea typeface="Bitter SemiBold"/>
              <a:cs typeface="Bitter SemiBold"/>
              <a:sym typeface="Bitter SemiBold"/>
            </a:endParaRPr>
          </a:p>
        </p:txBody>
      </p:sp>
      <p:sp>
        <p:nvSpPr>
          <p:cNvPr id="507" name="Google Shape;507;p35"/>
          <p:cNvSpPr txBox="1"/>
          <p:nvPr>
            <p:ph idx="8" type="subTitle"/>
          </p:nvPr>
        </p:nvSpPr>
        <p:spPr>
          <a:xfrm>
            <a:off x="6035875" y="3694450"/>
            <a:ext cx="23949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Bitter"/>
                <a:ea typeface="Bitter"/>
                <a:cs typeface="Bitter"/>
                <a:sym typeface="Bitter"/>
              </a:rPr>
              <a:t>AuthController (сессии и доступ) и GradeController (CRUD-операции).</a:t>
            </a:r>
            <a:endParaRPr sz="1200"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508" name="Google Shape;508;p35"/>
          <p:cNvSpPr txBox="1"/>
          <p:nvPr>
            <p:ph idx="9" type="title"/>
          </p:nvPr>
        </p:nvSpPr>
        <p:spPr>
          <a:xfrm>
            <a:off x="945899" y="2009467"/>
            <a:ext cx="731100" cy="64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500">
                <a:latin typeface="Bitter SemiBold"/>
                <a:ea typeface="Bitter SemiBold"/>
                <a:cs typeface="Bitter SemiBold"/>
                <a:sym typeface="Bitter SemiBold"/>
              </a:rPr>
              <a:t>1</a:t>
            </a:r>
            <a:endParaRPr b="0" sz="3500">
              <a:latin typeface="Bitter SemiBold"/>
              <a:ea typeface="Bitter SemiBold"/>
              <a:cs typeface="Bitter SemiBold"/>
              <a:sym typeface="Bitter SemiBold"/>
            </a:endParaRPr>
          </a:p>
        </p:txBody>
      </p:sp>
      <p:sp>
        <p:nvSpPr>
          <p:cNvPr id="509" name="Google Shape;509;p35"/>
          <p:cNvSpPr txBox="1"/>
          <p:nvPr>
            <p:ph idx="13" type="title"/>
          </p:nvPr>
        </p:nvSpPr>
        <p:spPr>
          <a:xfrm>
            <a:off x="945899" y="3459475"/>
            <a:ext cx="731100" cy="64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500">
                <a:latin typeface="Bitter SemiBold"/>
                <a:ea typeface="Bitter SemiBold"/>
                <a:cs typeface="Bitter SemiBold"/>
                <a:sym typeface="Bitter SemiBold"/>
              </a:rPr>
              <a:t>2</a:t>
            </a:r>
            <a:endParaRPr b="0" sz="3500">
              <a:latin typeface="Bitter SemiBold"/>
              <a:ea typeface="Bitter SemiBold"/>
              <a:cs typeface="Bitter SemiBold"/>
              <a:sym typeface="Bitter SemiBold"/>
            </a:endParaRPr>
          </a:p>
        </p:txBody>
      </p:sp>
      <p:sp>
        <p:nvSpPr>
          <p:cNvPr id="510" name="Google Shape;510;p35"/>
          <p:cNvSpPr txBox="1"/>
          <p:nvPr>
            <p:ph idx="14" type="title"/>
          </p:nvPr>
        </p:nvSpPr>
        <p:spPr>
          <a:xfrm>
            <a:off x="4825625" y="2009467"/>
            <a:ext cx="731100" cy="64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500">
                <a:latin typeface="Bitter SemiBold"/>
                <a:ea typeface="Bitter SemiBold"/>
                <a:cs typeface="Bitter SemiBold"/>
                <a:sym typeface="Bitter SemiBold"/>
              </a:rPr>
              <a:t>3</a:t>
            </a:r>
            <a:endParaRPr b="0" sz="3500">
              <a:latin typeface="Bitter SemiBold"/>
              <a:ea typeface="Bitter SemiBold"/>
              <a:cs typeface="Bitter SemiBold"/>
              <a:sym typeface="Bitter SemiBold"/>
            </a:endParaRPr>
          </a:p>
        </p:txBody>
      </p:sp>
      <p:sp>
        <p:nvSpPr>
          <p:cNvPr id="511" name="Google Shape;511;p35"/>
          <p:cNvSpPr txBox="1"/>
          <p:nvPr>
            <p:ph idx="15" type="title"/>
          </p:nvPr>
        </p:nvSpPr>
        <p:spPr>
          <a:xfrm>
            <a:off x="4825625" y="3459475"/>
            <a:ext cx="731100" cy="64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500">
                <a:latin typeface="Bitter SemiBold"/>
                <a:ea typeface="Bitter SemiBold"/>
                <a:cs typeface="Bitter SemiBold"/>
                <a:sym typeface="Bitter SemiBold"/>
              </a:rPr>
              <a:t>4</a:t>
            </a:r>
            <a:endParaRPr b="0" sz="3500">
              <a:latin typeface="Bitter SemiBold"/>
              <a:ea typeface="Bitter SemiBold"/>
              <a:cs typeface="Bitter SemiBold"/>
              <a:sym typeface="Bitter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" name="Google Shape;516;p36" title="Снимок экрана 2026-10-27 054223.png"/>
          <p:cNvPicPr preferRelativeResize="0"/>
          <p:nvPr/>
        </p:nvPicPr>
        <p:blipFill rotWithShape="1">
          <a:blip r:embed="rId3">
            <a:alphaModFix/>
          </a:blip>
          <a:srcRect b="0" l="1186" r="3147" t="0"/>
          <a:stretch/>
        </p:blipFill>
        <p:spPr>
          <a:xfrm>
            <a:off x="4819650" y="1368453"/>
            <a:ext cx="4114153" cy="251388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7" name="Google Shape;517;p36"/>
          <p:cNvGrpSpPr/>
          <p:nvPr/>
        </p:nvGrpSpPr>
        <p:grpSpPr>
          <a:xfrm>
            <a:off x="4697872" y="1261518"/>
            <a:ext cx="4352897" cy="3281849"/>
            <a:chOff x="1572575" y="3497750"/>
            <a:chExt cx="843650" cy="639425"/>
          </a:xfrm>
        </p:grpSpPr>
        <p:sp>
          <p:nvSpPr>
            <p:cNvPr id="518" name="Google Shape;518;p36"/>
            <p:cNvSpPr/>
            <p:nvPr/>
          </p:nvSpPr>
          <p:spPr>
            <a:xfrm>
              <a:off x="1572575" y="3497750"/>
              <a:ext cx="843650" cy="534600"/>
            </a:xfrm>
            <a:custGeom>
              <a:rect b="b" l="l" r="r" t="t"/>
              <a:pathLst>
                <a:path extrusionOk="0" h="21384" w="33746">
                  <a:moveTo>
                    <a:pt x="32548" y="1021"/>
                  </a:moveTo>
                  <a:lnTo>
                    <a:pt x="32548" y="20362"/>
                  </a:lnTo>
                  <a:lnTo>
                    <a:pt x="1197" y="20362"/>
                  </a:lnTo>
                  <a:lnTo>
                    <a:pt x="1197" y="1021"/>
                  </a:lnTo>
                  <a:close/>
                  <a:moveTo>
                    <a:pt x="477" y="0"/>
                  </a:moveTo>
                  <a:cubicBezTo>
                    <a:pt x="210" y="0"/>
                    <a:pt x="0" y="209"/>
                    <a:pt x="0" y="477"/>
                  </a:cubicBezTo>
                  <a:lnTo>
                    <a:pt x="0" y="20906"/>
                  </a:lnTo>
                  <a:cubicBezTo>
                    <a:pt x="0" y="21174"/>
                    <a:pt x="218" y="21384"/>
                    <a:pt x="477" y="21384"/>
                  </a:cubicBezTo>
                  <a:lnTo>
                    <a:pt x="33268" y="21384"/>
                  </a:lnTo>
                  <a:cubicBezTo>
                    <a:pt x="33536" y="21384"/>
                    <a:pt x="33745" y="21166"/>
                    <a:pt x="33745" y="20906"/>
                  </a:cubicBezTo>
                  <a:lnTo>
                    <a:pt x="33745" y="477"/>
                  </a:lnTo>
                  <a:cubicBezTo>
                    <a:pt x="33745" y="209"/>
                    <a:pt x="33536" y="0"/>
                    <a:pt x="332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3350" lIns="93350" spcFirstLastPara="1" rIns="93350" wrap="square" tIns="93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9"/>
                <a:buFont typeface="Arial"/>
                <a:buNone/>
              </a:pPr>
              <a:r>
                <a:t/>
              </a:r>
              <a:endParaRPr b="0" i="0" sz="14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36"/>
            <p:cNvSpPr/>
            <p:nvPr/>
          </p:nvSpPr>
          <p:spPr>
            <a:xfrm>
              <a:off x="1904398" y="4024708"/>
              <a:ext cx="179975" cy="112462"/>
            </a:xfrm>
            <a:custGeom>
              <a:rect b="b" l="l" r="r" t="t"/>
              <a:pathLst>
                <a:path extrusionOk="0" h="4194" w="7199">
                  <a:moveTo>
                    <a:pt x="1" y="1"/>
                  </a:moveTo>
                  <a:lnTo>
                    <a:pt x="1" y="4194"/>
                  </a:lnTo>
                  <a:lnTo>
                    <a:pt x="7198" y="4194"/>
                  </a:lnTo>
                  <a:lnTo>
                    <a:pt x="71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3350" lIns="93350" spcFirstLastPara="1" rIns="93350" wrap="square" tIns="93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9"/>
                <a:buFont typeface="Arial"/>
                <a:buNone/>
              </a:pPr>
              <a:r>
                <a:t/>
              </a:r>
              <a:endParaRPr b="0" i="0" sz="14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36"/>
            <p:cNvSpPr/>
            <p:nvPr/>
          </p:nvSpPr>
          <p:spPr>
            <a:xfrm>
              <a:off x="1852950" y="4127950"/>
              <a:ext cx="283100" cy="9225"/>
            </a:xfrm>
            <a:custGeom>
              <a:rect b="b" l="l" r="r" t="t"/>
              <a:pathLst>
                <a:path extrusionOk="0" h="369" w="11324">
                  <a:moveTo>
                    <a:pt x="67" y="0"/>
                  </a:moveTo>
                  <a:cubicBezTo>
                    <a:pt x="25" y="0"/>
                    <a:pt x="0" y="34"/>
                    <a:pt x="0" y="67"/>
                  </a:cubicBezTo>
                  <a:lnTo>
                    <a:pt x="0" y="293"/>
                  </a:lnTo>
                  <a:cubicBezTo>
                    <a:pt x="0" y="335"/>
                    <a:pt x="25" y="369"/>
                    <a:pt x="67" y="369"/>
                  </a:cubicBezTo>
                  <a:lnTo>
                    <a:pt x="11248" y="369"/>
                  </a:lnTo>
                  <a:cubicBezTo>
                    <a:pt x="11290" y="369"/>
                    <a:pt x="11324" y="335"/>
                    <a:pt x="11324" y="293"/>
                  </a:cubicBezTo>
                  <a:lnTo>
                    <a:pt x="11324" y="67"/>
                  </a:lnTo>
                  <a:cubicBezTo>
                    <a:pt x="11324" y="34"/>
                    <a:pt x="11290" y="0"/>
                    <a:pt x="112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3350" lIns="93350" spcFirstLastPara="1" rIns="93350" wrap="square" tIns="93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9"/>
                <a:buFont typeface="Arial"/>
                <a:buNone/>
              </a:pPr>
              <a:r>
                <a:t/>
              </a:r>
              <a:endParaRPr b="0" i="0" sz="14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1" name="Google Shape;521;p36"/>
          <p:cNvSpPr/>
          <p:nvPr/>
        </p:nvSpPr>
        <p:spPr>
          <a:xfrm flipH="1">
            <a:off x="6254815" y="4661463"/>
            <a:ext cx="130500" cy="130500"/>
          </a:xfrm>
          <a:prstGeom prst="star4">
            <a:avLst>
              <a:gd fmla="val 2019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36"/>
          <p:cNvSpPr txBox="1"/>
          <p:nvPr/>
        </p:nvSpPr>
        <p:spPr>
          <a:xfrm>
            <a:off x="975725" y="1016325"/>
            <a:ext cx="3722100" cy="3417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itter SemiBold"/>
                <a:ea typeface="Bitter SemiBold"/>
                <a:cs typeface="Bitter SemiBold"/>
                <a:sym typeface="Bitter SemiBold"/>
              </a:rPr>
              <a:t>Интерфейс приложения включает четыре ключевые страницы: вход, регистрацию, список оценок и универсальную форму. Для динамического формирования страниц используется шаблонизатор Thymeleaf. Важной особенностью является гибкость форм: одна и та же страница используется как для создания, так и для редактирования записей, автоматически адаптируясь под текущую задачу. Для обеспечения адаптивного дизайна и единообразия визуального стиля на всех страницах применён CSS-фреймворк Bootstrap.</a:t>
            </a:r>
            <a:endParaRPr b="1" i="1">
              <a:solidFill>
                <a:schemeClr val="dk1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grpSp>
        <p:nvGrpSpPr>
          <p:cNvPr id="523" name="Google Shape;523;p36"/>
          <p:cNvGrpSpPr/>
          <p:nvPr/>
        </p:nvGrpSpPr>
        <p:grpSpPr>
          <a:xfrm>
            <a:off x="4331320" y="-216304"/>
            <a:ext cx="1366991" cy="1359740"/>
            <a:chOff x="4512688" y="583425"/>
            <a:chExt cx="1468462" cy="1461300"/>
          </a:xfrm>
        </p:grpSpPr>
        <p:sp>
          <p:nvSpPr>
            <p:cNvPr id="524" name="Google Shape;524;p36"/>
            <p:cNvSpPr/>
            <p:nvPr/>
          </p:nvSpPr>
          <p:spPr>
            <a:xfrm>
              <a:off x="4512688" y="583425"/>
              <a:ext cx="1461300" cy="1461300"/>
            </a:xfrm>
            <a:prstGeom prst="star12">
              <a:avLst>
                <a:gd fmla="val 27973" name="adj"/>
              </a:avLst>
            </a:prstGeom>
            <a:solidFill>
              <a:schemeClr val="accent5"/>
            </a:solidFill>
            <a:ln cap="flat" cmpd="sng" w="152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36"/>
            <p:cNvSpPr/>
            <p:nvPr/>
          </p:nvSpPr>
          <p:spPr>
            <a:xfrm>
              <a:off x="4519850" y="583425"/>
              <a:ext cx="1461300" cy="1461300"/>
            </a:xfrm>
            <a:prstGeom prst="star12">
              <a:avLst>
                <a:gd fmla="val 27973" name="adj"/>
              </a:avLst>
            </a:prstGeom>
            <a:solidFill>
              <a:schemeClr val="accen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6" name="Google Shape;526;p36"/>
          <p:cNvGrpSpPr/>
          <p:nvPr/>
        </p:nvGrpSpPr>
        <p:grpSpPr>
          <a:xfrm rot="-500485">
            <a:off x="-123488" y="4022184"/>
            <a:ext cx="990916" cy="1565354"/>
            <a:chOff x="4812938" y="1707375"/>
            <a:chExt cx="903542" cy="1427200"/>
          </a:xfrm>
        </p:grpSpPr>
        <p:sp>
          <p:nvSpPr>
            <p:cNvPr id="527" name="Google Shape;527;p36"/>
            <p:cNvSpPr/>
            <p:nvPr/>
          </p:nvSpPr>
          <p:spPr>
            <a:xfrm>
              <a:off x="4812938" y="1712300"/>
              <a:ext cx="839050" cy="1417375"/>
            </a:xfrm>
            <a:custGeom>
              <a:rect b="b" l="l" r="r" t="t"/>
              <a:pathLst>
                <a:path extrusionOk="0" h="56695" w="33562">
                  <a:moveTo>
                    <a:pt x="16768" y="1"/>
                  </a:moveTo>
                  <a:cubicBezTo>
                    <a:pt x="7533" y="1"/>
                    <a:pt x="34" y="7473"/>
                    <a:pt x="9" y="16714"/>
                  </a:cubicBezTo>
                  <a:cubicBezTo>
                    <a:pt x="0" y="20271"/>
                    <a:pt x="1097" y="23560"/>
                    <a:pt x="2971" y="26272"/>
                  </a:cubicBezTo>
                  <a:lnTo>
                    <a:pt x="2971" y="26263"/>
                  </a:lnTo>
                  <a:lnTo>
                    <a:pt x="2997" y="26305"/>
                  </a:lnTo>
                  <a:cubicBezTo>
                    <a:pt x="3130" y="26498"/>
                    <a:pt x="3264" y="26682"/>
                    <a:pt x="3398" y="26866"/>
                  </a:cubicBezTo>
                  <a:cubicBezTo>
                    <a:pt x="4955" y="29025"/>
                    <a:pt x="10186" y="36608"/>
                    <a:pt x="10362" y="40516"/>
                  </a:cubicBezTo>
                  <a:lnTo>
                    <a:pt x="10169" y="40516"/>
                  </a:lnTo>
                  <a:cubicBezTo>
                    <a:pt x="9449" y="40516"/>
                    <a:pt x="8863" y="41102"/>
                    <a:pt x="8863" y="41822"/>
                  </a:cubicBezTo>
                  <a:lnTo>
                    <a:pt x="8847" y="46207"/>
                  </a:lnTo>
                  <a:cubicBezTo>
                    <a:pt x="8847" y="46927"/>
                    <a:pt x="9433" y="47513"/>
                    <a:pt x="10152" y="47513"/>
                  </a:cubicBezTo>
                  <a:lnTo>
                    <a:pt x="10654" y="47521"/>
                  </a:lnTo>
                  <a:lnTo>
                    <a:pt x="10680" y="47538"/>
                  </a:lnTo>
                  <a:lnTo>
                    <a:pt x="10613" y="47538"/>
                  </a:lnTo>
                  <a:cubicBezTo>
                    <a:pt x="10562" y="47538"/>
                    <a:pt x="10521" y="47530"/>
                    <a:pt x="10479" y="47530"/>
                  </a:cubicBezTo>
                  <a:cubicBezTo>
                    <a:pt x="10286" y="47798"/>
                    <a:pt x="10169" y="48132"/>
                    <a:pt x="10161" y="48492"/>
                  </a:cubicBezTo>
                  <a:cubicBezTo>
                    <a:pt x="10161" y="48886"/>
                    <a:pt x="10303" y="49237"/>
                    <a:pt x="10529" y="49530"/>
                  </a:cubicBezTo>
                  <a:cubicBezTo>
                    <a:pt x="10303" y="49815"/>
                    <a:pt x="10161" y="50166"/>
                    <a:pt x="10161" y="50559"/>
                  </a:cubicBezTo>
                  <a:cubicBezTo>
                    <a:pt x="10161" y="50953"/>
                    <a:pt x="10295" y="51313"/>
                    <a:pt x="10529" y="51597"/>
                  </a:cubicBezTo>
                  <a:cubicBezTo>
                    <a:pt x="10295" y="51882"/>
                    <a:pt x="10152" y="52242"/>
                    <a:pt x="10152" y="52635"/>
                  </a:cubicBezTo>
                  <a:cubicBezTo>
                    <a:pt x="10152" y="53556"/>
                    <a:pt x="10897" y="54309"/>
                    <a:pt x="11818" y="54309"/>
                  </a:cubicBezTo>
                  <a:lnTo>
                    <a:pt x="13626" y="54309"/>
                  </a:lnTo>
                  <a:cubicBezTo>
                    <a:pt x="13935" y="55673"/>
                    <a:pt x="15140" y="56694"/>
                    <a:pt x="16597" y="56694"/>
                  </a:cubicBezTo>
                  <a:cubicBezTo>
                    <a:pt x="16603" y="56694"/>
                    <a:pt x="16609" y="56694"/>
                    <a:pt x="16615" y="56694"/>
                  </a:cubicBezTo>
                  <a:cubicBezTo>
                    <a:pt x="18063" y="56694"/>
                    <a:pt x="19268" y="55684"/>
                    <a:pt x="19584" y="54326"/>
                  </a:cubicBezTo>
                  <a:lnTo>
                    <a:pt x="21484" y="54334"/>
                  </a:lnTo>
                  <a:cubicBezTo>
                    <a:pt x="22413" y="54334"/>
                    <a:pt x="23158" y="53589"/>
                    <a:pt x="23167" y="52668"/>
                  </a:cubicBezTo>
                  <a:cubicBezTo>
                    <a:pt x="23167" y="52275"/>
                    <a:pt x="23024" y="51915"/>
                    <a:pt x="22798" y="51631"/>
                  </a:cubicBezTo>
                  <a:cubicBezTo>
                    <a:pt x="23024" y="51346"/>
                    <a:pt x="23167" y="50986"/>
                    <a:pt x="23167" y="50593"/>
                  </a:cubicBezTo>
                  <a:cubicBezTo>
                    <a:pt x="23167" y="50200"/>
                    <a:pt x="23033" y="49848"/>
                    <a:pt x="22798" y="49555"/>
                  </a:cubicBezTo>
                  <a:cubicBezTo>
                    <a:pt x="23033" y="49271"/>
                    <a:pt x="23175" y="48919"/>
                    <a:pt x="23175" y="48526"/>
                  </a:cubicBezTo>
                  <a:cubicBezTo>
                    <a:pt x="23175" y="48224"/>
                    <a:pt x="23091" y="47940"/>
                    <a:pt x="22949" y="47697"/>
                  </a:cubicBezTo>
                  <a:lnTo>
                    <a:pt x="22982" y="47664"/>
                  </a:lnTo>
                  <a:lnTo>
                    <a:pt x="22974" y="47546"/>
                  </a:lnTo>
                  <a:lnTo>
                    <a:pt x="23091" y="47555"/>
                  </a:lnTo>
                  <a:cubicBezTo>
                    <a:pt x="23811" y="47555"/>
                    <a:pt x="24397" y="46969"/>
                    <a:pt x="24405" y="46249"/>
                  </a:cubicBezTo>
                  <a:lnTo>
                    <a:pt x="24414" y="41864"/>
                  </a:lnTo>
                  <a:cubicBezTo>
                    <a:pt x="24414" y="41136"/>
                    <a:pt x="23836" y="40550"/>
                    <a:pt x="23116" y="40550"/>
                  </a:cubicBezTo>
                  <a:lnTo>
                    <a:pt x="23058" y="40550"/>
                  </a:lnTo>
                  <a:cubicBezTo>
                    <a:pt x="23259" y="36641"/>
                    <a:pt x="28531" y="29092"/>
                    <a:pt x="30088" y="26933"/>
                  </a:cubicBezTo>
                  <a:cubicBezTo>
                    <a:pt x="30230" y="26749"/>
                    <a:pt x="30364" y="26565"/>
                    <a:pt x="30498" y="26381"/>
                  </a:cubicBezTo>
                  <a:lnTo>
                    <a:pt x="30523" y="26339"/>
                  </a:lnTo>
                  <a:lnTo>
                    <a:pt x="30523" y="26347"/>
                  </a:lnTo>
                  <a:cubicBezTo>
                    <a:pt x="32406" y="23644"/>
                    <a:pt x="33528" y="20355"/>
                    <a:pt x="33536" y="16806"/>
                  </a:cubicBezTo>
                  <a:cubicBezTo>
                    <a:pt x="33561" y="7550"/>
                    <a:pt x="26071" y="26"/>
                    <a:pt x="16814" y="1"/>
                  </a:cubicBezTo>
                  <a:cubicBezTo>
                    <a:pt x="16799" y="1"/>
                    <a:pt x="16783" y="1"/>
                    <a:pt x="16768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152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36"/>
            <p:cNvSpPr/>
            <p:nvPr/>
          </p:nvSpPr>
          <p:spPr>
            <a:xfrm>
              <a:off x="5156130" y="3074925"/>
              <a:ext cx="149000" cy="59650"/>
            </a:xfrm>
            <a:custGeom>
              <a:rect b="b" l="l" r="r" t="t"/>
              <a:pathLst>
                <a:path extrusionOk="0" h="2386" w="5960">
                  <a:moveTo>
                    <a:pt x="1" y="0"/>
                  </a:moveTo>
                  <a:cubicBezTo>
                    <a:pt x="302" y="1364"/>
                    <a:pt x="1515" y="2385"/>
                    <a:pt x="2972" y="2385"/>
                  </a:cubicBezTo>
                  <a:cubicBezTo>
                    <a:pt x="2978" y="2385"/>
                    <a:pt x="2983" y="2385"/>
                    <a:pt x="2989" y="2385"/>
                  </a:cubicBezTo>
                  <a:cubicBezTo>
                    <a:pt x="4438" y="2385"/>
                    <a:pt x="5643" y="1367"/>
                    <a:pt x="5959" y="17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36"/>
            <p:cNvSpPr/>
            <p:nvPr/>
          </p:nvSpPr>
          <p:spPr>
            <a:xfrm>
              <a:off x="4815505" y="1717200"/>
              <a:ext cx="839050" cy="1013775"/>
            </a:xfrm>
            <a:custGeom>
              <a:rect b="b" l="l" r="r" t="t"/>
              <a:pathLst>
                <a:path extrusionOk="0" h="40551" w="33562">
                  <a:moveTo>
                    <a:pt x="16768" y="1"/>
                  </a:moveTo>
                  <a:cubicBezTo>
                    <a:pt x="7533" y="1"/>
                    <a:pt x="34" y="7473"/>
                    <a:pt x="9" y="16714"/>
                  </a:cubicBezTo>
                  <a:cubicBezTo>
                    <a:pt x="0" y="20263"/>
                    <a:pt x="1097" y="23560"/>
                    <a:pt x="2971" y="26272"/>
                  </a:cubicBezTo>
                  <a:lnTo>
                    <a:pt x="2971" y="26264"/>
                  </a:lnTo>
                  <a:lnTo>
                    <a:pt x="2997" y="26306"/>
                  </a:lnTo>
                  <a:cubicBezTo>
                    <a:pt x="3130" y="26490"/>
                    <a:pt x="3264" y="26674"/>
                    <a:pt x="3398" y="26858"/>
                  </a:cubicBezTo>
                  <a:cubicBezTo>
                    <a:pt x="4947" y="29026"/>
                    <a:pt x="10186" y="36608"/>
                    <a:pt x="10362" y="40517"/>
                  </a:cubicBezTo>
                  <a:lnTo>
                    <a:pt x="16705" y="40533"/>
                  </a:lnTo>
                  <a:lnTo>
                    <a:pt x="23058" y="40550"/>
                  </a:lnTo>
                  <a:cubicBezTo>
                    <a:pt x="23259" y="36642"/>
                    <a:pt x="28531" y="29084"/>
                    <a:pt x="30088" y="26933"/>
                  </a:cubicBezTo>
                  <a:cubicBezTo>
                    <a:pt x="30230" y="26749"/>
                    <a:pt x="30364" y="26565"/>
                    <a:pt x="30498" y="26381"/>
                  </a:cubicBezTo>
                  <a:lnTo>
                    <a:pt x="30523" y="26339"/>
                  </a:lnTo>
                  <a:lnTo>
                    <a:pt x="30523" y="26347"/>
                  </a:lnTo>
                  <a:cubicBezTo>
                    <a:pt x="32406" y="23636"/>
                    <a:pt x="33528" y="20355"/>
                    <a:pt x="33536" y="16806"/>
                  </a:cubicBezTo>
                  <a:cubicBezTo>
                    <a:pt x="33561" y="7550"/>
                    <a:pt x="26071" y="26"/>
                    <a:pt x="16814" y="1"/>
                  </a:cubicBezTo>
                  <a:cubicBezTo>
                    <a:pt x="16799" y="1"/>
                    <a:pt x="16783" y="1"/>
                    <a:pt x="167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36"/>
            <p:cNvSpPr/>
            <p:nvPr/>
          </p:nvSpPr>
          <p:spPr>
            <a:xfrm>
              <a:off x="5069305" y="2905225"/>
              <a:ext cx="325575" cy="170125"/>
            </a:xfrm>
            <a:custGeom>
              <a:rect b="b" l="l" r="r" t="t"/>
              <a:pathLst>
                <a:path extrusionOk="0" h="6805" w="13023">
                  <a:moveTo>
                    <a:pt x="327" y="1"/>
                  </a:moveTo>
                  <a:cubicBezTo>
                    <a:pt x="134" y="277"/>
                    <a:pt x="17" y="603"/>
                    <a:pt x="9" y="963"/>
                  </a:cubicBezTo>
                  <a:cubicBezTo>
                    <a:pt x="9" y="1356"/>
                    <a:pt x="151" y="1716"/>
                    <a:pt x="377" y="2001"/>
                  </a:cubicBezTo>
                  <a:cubicBezTo>
                    <a:pt x="151" y="2285"/>
                    <a:pt x="9" y="2645"/>
                    <a:pt x="9" y="3039"/>
                  </a:cubicBezTo>
                  <a:cubicBezTo>
                    <a:pt x="9" y="3432"/>
                    <a:pt x="143" y="3784"/>
                    <a:pt x="377" y="4076"/>
                  </a:cubicBezTo>
                  <a:cubicBezTo>
                    <a:pt x="143" y="4361"/>
                    <a:pt x="0" y="4713"/>
                    <a:pt x="0" y="5106"/>
                  </a:cubicBezTo>
                  <a:cubicBezTo>
                    <a:pt x="0" y="6027"/>
                    <a:pt x="745" y="6780"/>
                    <a:pt x="1666" y="6780"/>
                  </a:cubicBezTo>
                  <a:lnTo>
                    <a:pt x="11332" y="6805"/>
                  </a:lnTo>
                  <a:cubicBezTo>
                    <a:pt x="11337" y="6805"/>
                    <a:pt x="11343" y="6805"/>
                    <a:pt x="11348" y="6805"/>
                  </a:cubicBezTo>
                  <a:cubicBezTo>
                    <a:pt x="12270" y="6805"/>
                    <a:pt x="13006" y="6063"/>
                    <a:pt x="13015" y="5139"/>
                  </a:cubicBezTo>
                  <a:cubicBezTo>
                    <a:pt x="13015" y="4746"/>
                    <a:pt x="12872" y="4394"/>
                    <a:pt x="12646" y="4102"/>
                  </a:cubicBezTo>
                  <a:cubicBezTo>
                    <a:pt x="12872" y="3817"/>
                    <a:pt x="13015" y="3466"/>
                    <a:pt x="13015" y="3072"/>
                  </a:cubicBezTo>
                  <a:cubicBezTo>
                    <a:pt x="13015" y="2679"/>
                    <a:pt x="12881" y="2319"/>
                    <a:pt x="12646" y="2034"/>
                  </a:cubicBezTo>
                  <a:cubicBezTo>
                    <a:pt x="12881" y="1750"/>
                    <a:pt x="13023" y="1390"/>
                    <a:pt x="13023" y="997"/>
                  </a:cubicBezTo>
                  <a:cubicBezTo>
                    <a:pt x="13023" y="637"/>
                    <a:pt x="12906" y="302"/>
                    <a:pt x="12705" y="26"/>
                  </a:cubicBezTo>
                  <a:cubicBezTo>
                    <a:pt x="12638" y="42"/>
                    <a:pt x="12563" y="51"/>
                    <a:pt x="12487" y="51"/>
                  </a:cubicBezTo>
                  <a:lnTo>
                    <a:pt x="461" y="17"/>
                  </a:lnTo>
                  <a:cubicBezTo>
                    <a:pt x="410" y="17"/>
                    <a:pt x="369" y="9"/>
                    <a:pt x="3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36"/>
            <p:cNvSpPr/>
            <p:nvPr/>
          </p:nvSpPr>
          <p:spPr>
            <a:xfrm>
              <a:off x="5093155" y="2058000"/>
              <a:ext cx="287300" cy="677350"/>
            </a:xfrm>
            <a:custGeom>
              <a:rect b="b" l="l" r="r" t="t"/>
              <a:pathLst>
                <a:path extrusionOk="0" h="27094" w="11492">
                  <a:moveTo>
                    <a:pt x="10409" y="384"/>
                  </a:moveTo>
                  <a:cubicBezTo>
                    <a:pt x="10545" y="384"/>
                    <a:pt x="10650" y="430"/>
                    <a:pt x="10730" y="488"/>
                  </a:cubicBezTo>
                  <a:cubicBezTo>
                    <a:pt x="10906" y="630"/>
                    <a:pt x="10964" y="873"/>
                    <a:pt x="10989" y="1040"/>
                  </a:cubicBezTo>
                  <a:cubicBezTo>
                    <a:pt x="11098" y="2003"/>
                    <a:pt x="10320" y="3836"/>
                    <a:pt x="8227" y="4924"/>
                  </a:cubicBezTo>
                  <a:cubicBezTo>
                    <a:pt x="8956" y="1174"/>
                    <a:pt x="9809" y="421"/>
                    <a:pt x="10345" y="387"/>
                  </a:cubicBezTo>
                  <a:cubicBezTo>
                    <a:pt x="10367" y="385"/>
                    <a:pt x="10388" y="384"/>
                    <a:pt x="10409" y="384"/>
                  </a:cubicBezTo>
                  <a:close/>
                  <a:moveTo>
                    <a:pt x="902" y="3531"/>
                  </a:moveTo>
                  <a:cubicBezTo>
                    <a:pt x="982" y="3531"/>
                    <a:pt x="1060" y="3556"/>
                    <a:pt x="1139" y="3610"/>
                  </a:cubicBezTo>
                  <a:lnTo>
                    <a:pt x="1189" y="3651"/>
                  </a:lnTo>
                  <a:cubicBezTo>
                    <a:pt x="1532" y="3919"/>
                    <a:pt x="1842" y="4580"/>
                    <a:pt x="2118" y="5526"/>
                  </a:cubicBezTo>
                  <a:cubicBezTo>
                    <a:pt x="1164" y="5208"/>
                    <a:pt x="645" y="4672"/>
                    <a:pt x="511" y="4204"/>
                  </a:cubicBezTo>
                  <a:cubicBezTo>
                    <a:pt x="419" y="3902"/>
                    <a:pt x="503" y="3660"/>
                    <a:pt x="729" y="3568"/>
                  </a:cubicBezTo>
                  <a:cubicBezTo>
                    <a:pt x="788" y="3543"/>
                    <a:pt x="845" y="3531"/>
                    <a:pt x="902" y="3531"/>
                  </a:cubicBezTo>
                  <a:close/>
                  <a:moveTo>
                    <a:pt x="10388" y="0"/>
                  </a:moveTo>
                  <a:cubicBezTo>
                    <a:pt x="10365" y="0"/>
                    <a:pt x="10343" y="1"/>
                    <a:pt x="10320" y="2"/>
                  </a:cubicBezTo>
                  <a:cubicBezTo>
                    <a:pt x="9181" y="78"/>
                    <a:pt x="8386" y="2145"/>
                    <a:pt x="7826" y="5116"/>
                  </a:cubicBezTo>
                  <a:cubicBezTo>
                    <a:pt x="7282" y="5350"/>
                    <a:pt x="6654" y="5543"/>
                    <a:pt x="5951" y="5660"/>
                  </a:cubicBezTo>
                  <a:cubicBezTo>
                    <a:pt x="5278" y="5773"/>
                    <a:pt x="4671" y="5823"/>
                    <a:pt x="4129" y="5823"/>
                  </a:cubicBezTo>
                  <a:cubicBezTo>
                    <a:pt x="3512" y="5823"/>
                    <a:pt x="2978" y="5759"/>
                    <a:pt x="2528" y="5652"/>
                  </a:cubicBezTo>
                  <a:cubicBezTo>
                    <a:pt x="2193" y="4438"/>
                    <a:pt x="1800" y="3593"/>
                    <a:pt x="1348" y="3292"/>
                  </a:cubicBezTo>
                  <a:cubicBezTo>
                    <a:pt x="1204" y="3197"/>
                    <a:pt x="1054" y="3150"/>
                    <a:pt x="901" y="3150"/>
                  </a:cubicBezTo>
                  <a:cubicBezTo>
                    <a:pt x="797" y="3150"/>
                    <a:pt x="692" y="3172"/>
                    <a:pt x="586" y="3216"/>
                  </a:cubicBezTo>
                  <a:cubicBezTo>
                    <a:pt x="176" y="3384"/>
                    <a:pt x="0" y="3819"/>
                    <a:pt x="143" y="4304"/>
                  </a:cubicBezTo>
                  <a:cubicBezTo>
                    <a:pt x="302" y="4840"/>
                    <a:pt x="913" y="5593"/>
                    <a:pt x="2235" y="5970"/>
                  </a:cubicBezTo>
                  <a:cubicBezTo>
                    <a:pt x="3499" y="10933"/>
                    <a:pt x="3984" y="22089"/>
                    <a:pt x="4076" y="26901"/>
                  </a:cubicBezTo>
                  <a:cubicBezTo>
                    <a:pt x="4076" y="26960"/>
                    <a:pt x="4101" y="27010"/>
                    <a:pt x="4143" y="27044"/>
                  </a:cubicBezTo>
                  <a:cubicBezTo>
                    <a:pt x="4177" y="27069"/>
                    <a:pt x="4219" y="27085"/>
                    <a:pt x="4269" y="27085"/>
                  </a:cubicBezTo>
                  <a:cubicBezTo>
                    <a:pt x="4369" y="27085"/>
                    <a:pt x="4453" y="27002"/>
                    <a:pt x="4453" y="26893"/>
                  </a:cubicBezTo>
                  <a:cubicBezTo>
                    <a:pt x="4436" y="26173"/>
                    <a:pt x="4177" y="12238"/>
                    <a:pt x="2637" y="6070"/>
                  </a:cubicBezTo>
                  <a:lnTo>
                    <a:pt x="2637" y="6070"/>
                  </a:lnTo>
                  <a:cubicBezTo>
                    <a:pt x="3059" y="6157"/>
                    <a:pt x="3545" y="6207"/>
                    <a:pt x="4100" y="6207"/>
                  </a:cubicBezTo>
                  <a:cubicBezTo>
                    <a:pt x="4666" y="6207"/>
                    <a:pt x="5303" y="6155"/>
                    <a:pt x="6018" y="6037"/>
                  </a:cubicBezTo>
                  <a:cubicBezTo>
                    <a:pt x="6654" y="5928"/>
                    <a:pt x="7231" y="5769"/>
                    <a:pt x="7742" y="5560"/>
                  </a:cubicBezTo>
                  <a:lnTo>
                    <a:pt x="7742" y="5560"/>
                  </a:lnTo>
                  <a:cubicBezTo>
                    <a:pt x="6353" y="13385"/>
                    <a:pt x="6495" y="26717"/>
                    <a:pt x="6495" y="26901"/>
                  </a:cubicBezTo>
                  <a:cubicBezTo>
                    <a:pt x="6503" y="27010"/>
                    <a:pt x="6587" y="27094"/>
                    <a:pt x="6687" y="27094"/>
                  </a:cubicBezTo>
                  <a:cubicBezTo>
                    <a:pt x="6796" y="27094"/>
                    <a:pt x="6880" y="27002"/>
                    <a:pt x="6880" y="26901"/>
                  </a:cubicBezTo>
                  <a:cubicBezTo>
                    <a:pt x="6846" y="24022"/>
                    <a:pt x="6905" y="17611"/>
                    <a:pt x="7365" y="11837"/>
                  </a:cubicBezTo>
                  <a:cubicBezTo>
                    <a:pt x="7583" y="9091"/>
                    <a:pt x="7851" y="6991"/>
                    <a:pt x="8144" y="5384"/>
                  </a:cubicBezTo>
                  <a:cubicBezTo>
                    <a:pt x="10588" y="4229"/>
                    <a:pt x="11491" y="2095"/>
                    <a:pt x="11366" y="998"/>
                  </a:cubicBezTo>
                  <a:cubicBezTo>
                    <a:pt x="11294" y="380"/>
                    <a:pt x="10921" y="0"/>
                    <a:pt x="103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36"/>
            <p:cNvSpPr/>
            <p:nvPr/>
          </p:nvSpPr>
          <p:spPr>
            <a:xfrm>
              <a:off x="5036655" y="2730100"/>
              <a:ext cx="389200" cy="175775"/>
            </a:xfrm>
            <a:custGeom>
              <a:rect b="b" l="l" r="r" t="t"/>
              <a:pathLst>
                <a:path extrusionOk="0" h="7031" w="15568">
                  <a:moveTo>
                    <a:pt x="1323" y="1"/>
                  </a:moveTo>
                  <a:cubicBezTo>
                    <a:pt x="603" y="1"/>
                    <a:pt x="17" y="578"/>
                    <a:pt x="17" y="1298"/>
                  </a:cubicBezTo>
                  <a:lnTo>
                    <a:pt x="1" y="5692"/>
                  </a:lnTo>
                  <a:cubicBezTo>
                    <a:pt x="1" y="6411"/>
                    <a:pt x="587" y="6997"/>
                    <a:pt x="1306" y="6997"/>
                  </a:cubicBezTo>
                  <a:lnTo>
                    <a:pt x="14245" y="7031"/>
                  </a:lnTo>
                  <a:cubicBezTo>
                    <a:pt x="14965" y="7031"/>
                    <a:pt x="15551" y="6453"/>
                    <a:pt x="15559" y="5733"/>
                  </a:cubicBezTo>
                  <a:lnTo>
                    <a:pt x="15568" y="1340"/>
                  </a:lnTo>
                  <a:cubicBezTo>
                    <a:pt x="15568" y="620"/>
                    <a:pt x="14990" y="34"/>
                    <a:pt x="14270" y="34"/>
                  </a:cubicBezTo>
                  <a:lnTo>
                    <a:pt x="132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36"/>
            <p:cNvSpPr/>
            <p:nvPr/>
          </p:nvSpPr>
          <p:spPr>
            <a:xfrm>
              <a:off x="5230830" y="1707375"/>
              <a:ext cx="485650" cy="1021925"/>
            </a:xfrm>
            <a:custGeom>
              <a:rect b="b" l="l" r="r" t="t"/>
              <a:pathLst>
                <a:path extrusionOk="0" h="40877" w="19426">
                  <a:moveTo>
                    <a:pt x="210" y="419"/>
                  </a:moveTo>
                  <a:cubicBezTo>
                    <a:pt x="210" y="419"/>
                    <a:pt x="9575" y="561"/>
                    <a:pt x="14262" y="8412"/>
                  </a:cubicBezTo>
                  <a:cubicBezTo>
                    <a:pt x="18940" y="16262"/>
                    <a:pt x="15919" y="23970"/>
                    <a:pt x="13718" y="26724"/>
                  </a:cubicBezTo>
                  <a:cubicBezTo>
                    <a:pt x="11475" y="29527"/>
                    <a:pt x="9801" y="32046"/>
                    <a:pt x="8119" y="35269"/>
                  </a:cubicBezTo>
                  <a:cubicBezTo>
                    <a:pt x="6411" y="38533"/>
                    <a:pt x="6420" y="40667"/>
                    <a:pt x="6420" y="40667"/>
                  </a:cubicBezTo>
                  <a:cubicBezTo>
                    <a:pt x="6420" y="40784"/>
                    <a:pt x="6512" y="40876"/>
                    <a:pt x="6629" y="40876"/>
                  </a:cubicBezTo>
                  <a:cubicBezTo>
                    <a:pt x="6746" y="40876"/>
                    <a:pt x="6838" y="40784"/>
                    <a:pt x="6838" y="40667"/>
                  </a:cubicBezTo>
                  <a:cubicBezTo>
                    <a:pt x="6838" y="40667"/>
                    <a:pt x="6846" y="38616"/>
                    <a:pt x="8487" y="35461"/>
                  </a:cubicBezTo>
                  <a:cubicBezTo>
                    <a:pt x="10152" y="32264"/>
                    <a:pt x="11826" y="29762"/>
                    <a:pt x="14044" y="26983"/>
                  </a:cubicBezTo>
                  <a:cubicBezTo>
                    <a:pt x="16304" y="24163"/>
                    <a:pt x="19425" y="16254"/>
                    <a:pt x="14621" y="8194"/>
                  </a:cubicBezTo>
                  <a:cubicBezTo>
                    <a:pt x="9818" y="143"/>
                    <a:pt x="218" y="1"/>
                    <a:pt x="218" y="1"/>
                  </a:cubicBezTo>
                  <a:cubicBezTo>
                    <a:pt x="101" y="1"/>
                    <a:pt x="9" y="93"/>
                    <a:pt x="0" y="210"/>
                  </a:cubicBezTo>
                  <a:cubicBezTo>
                    <a:pt x="0" y="327"/>
                    <a:pt x="92" y="419"/>
                    <a:pt x="210" y="41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36"/>
            <p:cNvSpPr/>
            <p:nvPr/>
          </p:nvSpPr>
          <p:spPr>
            <a:xfrm>
              <a:off x="5077455" y="2894775"/>
              <a:ext cx="317425" cy="10475"/>
            </a:xfrm>
            <a:custGeom>
              <a:rect b="b" l="l" r="r" t="t"/>
              <a:pathLst>
                <a:path extrusionOk="0" h="419" w="12697">
                  <a:moveTo>
                    <a:pt x="210" y="419"/>
                  </a:moveTo>
                  <a:lnTo>
                    <a:pt x="12488" y="419"/>
                  </a:lnTo>
                  <a:cubicBezTo>
                    <a:pt x="12605" y="419"/>
                    <a:pt x="12697" y="327"/>
                    <a:pt x="12697" y="209"/>
                  </a:cubicBezTo>
                  <a:cubicBezTo>
                    <a:pt x="12697" y="101"/>
                    <a:pt x="12605" y="0"/>
                    <a:pt x="12488" y="0"/>
                  </a:cubicBezTo>
                  <a:lnTo>
                    <a:pt x="210" y="0"/>
                  </a:lnTo>
                  <a:cubicBezTo>
                    <a:pt x="93" y="0"/>
                    <a:pt x="1" y="101"/>
                    <a:pt x="1" y="209"/>
                  </a:cubicBezTo>
                  <a:cubicBezTo>
                    <a:pt x="1" y="327"/>
                    <a:pt x="93" y="419"/>
                    <a:pt x="210" y="41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7"/>
          <p:cNvSpPr txBox="1"/>
          <p:nvPr>
            <p:ph idx="2" type="title"/>
          </p:nvPr>
        </p:nvSpPr>
        <p:spPr>
          <a:xfrm>
            <a:off x="466125" y="177725"/>
            <a:ext cx="34386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i="1" lang="en" sz="2300"/>
              <a:t>Результаты</a:t>
            </a:r>
            <a:endParaRPr i="1" sz="2300"/>
          </a:p>
        </p:txBody>
      </p:sp>
      <p:sp>
        <p:nvSpPr>
          <p:cNvPr id="540" name="Google Shape;540;p37"/>
          <p:cNvSpPr txBox="1"/>
          <p:nvPr>
            <p:ph idx="1" type="subTitle"/>
          </p:nvPr>
        </p:nvSpPr>
        <p:spPr>
          <a:xfrm>
            <a:off x="0" y="474125"/>
            <a:ext cx="4815900" cy="43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latin typeface="Nunito"/>
                <a:ea typeface="Nunito"/>
                <a:cs typeface="Nunito"/>
                <a:sym typeface="Nunito"/>
              </a:rPr>
              <a:t>В ходе выполнения работы было разработано полнофункциональное веб-приложение «Электронный дневник оценок» с трехуровневой архитектурой, авторизацией на основе сессий и полным набором CRUD-операций. Реализована надежная изоляция данных, благодаря которой каждый пользователь имеет доступ только к своим записям, а также механизм фильтрации по учебным дисциплинам. Приложение успешно протестировано и развернуто на реальном сервере. Практическая значимость заключается в создании готового инструмента для удобного учета успеваемости, а перспективы развития включают добавление ролей преподавателя, расчет среднего балла и экспорт данных.</a:t>
            </a:r>
            <a:endParaRPr sz="1500"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grpSp>
        <p:nvGrpSpPr>
          <p:cNvPr id="541" name="Google Shape;541;p37"/>
          <p:cNvGrpSpPr/>
          <p:nvPr/>
        </p:nvGrpSpPr>
        <p:grpSpPr>
          <a:xfrm rot="1634185">
            <a:off x="5483971" y="2857968"/>
            <a:ext cx="1735028" cy="1330732"/>
            <a:chOff x="6839825" y="2135100"/>
            <a:chExt cx="1344950" cy="1031550"/>
          </a:xfrm>
        </p:grpSpPr>
        <p:sp>
          <p:nvSpPr>
            <p:cNvPr id="542" name="Google Shape;542;p37"/>
            <p:cNvSpPr/>
            <p:nvPr/>
          </p:nvSpPr>
          <p:spPr>
            <a:xfrm>
              <a:off x="6839825" y="2139075"/>
              <a:ext cx="1344950" cy="1023600"/>
            </a:xfrm>
            <a:custGeom>
              <a:rect b="b" l="l" r="r" t="t"/>
              <a:pathLst>
                <a:path extrusionOk="0" h="40944" w="53798">
                  <a:moveTo>
                    <a:pt x="51471" y="1"/>
                  </a:moveTo>
                  <a:lnTo>
                    <a:pt x="51471" y="1"/>
                  </a:lnTo>
                  <a:cubicBezTo>
                    <a:pt x="44240" y="76"/>
                    <a:pt x="38172" y="1424"/>
                    <a:pt x="33870" y="2763"/>
                  </a:cubicBezTo>
                  <a:lnTo>
                    <a:pt x="20513" y="2712"/>
                  </a:lnTo>
                  <a:cubicBezTo>
                    <a:pt x="16032" y="1314"/>
                    <a:pt x="11574" y="954"/>
                    <a:pt x="8176" y="954"/>
                  </a:cubicBezTo>
                  <a:cubicBezTo>
                    <a:pt x="4579" y="954"/>
                    <a:pt x="2168" y="1357"/>
                    <a:pt x="2168" y="1357"/>
                  </a:cubicBezTo>
                  <a:lnTo>
                    <a:pt x="2226" y="2637"/>
                  </a:lnTo>
                  <a:lnTo>
                    <a:pt x="937" y="2629"/>
                  </a:lnTo>
                  <a:cubicBezTo>
                    <a:pt x="419" y="2629"/>
                    <a:pt x="0" y="3047"/>
                    <a:pt x="0" y="3558"/>
                  </a:cubicBezTo>
                  <a:lnTo>
                    <a:pt x="50" y="4830"/>
                  </a:lnTo>
                  <a:cubicBezTo>
                    <a:pt x="17" y="4922"/>
                    <a:pt x="0" y="5022"/>
                    <a:pt x="0" y="5123"/>
                  </a:cubicBezTo>
                  <a:lnTo>
                    <a:pt x="1281" y="40014"/>
                  </a:lnTo>
                  <a:cubicBezTo>
                    <a:pt x="1281" y="40525"/>
                    <a:pt x="1699" y="40943"/>
                    <a:pt x="2218" y="40943"/>
                  </a:cubicBezTo>
                  <a:lnTo>
                    <a:pt x="51797" y="40943"/>
                  </a:lnTo>
                  <a:cubicBezTo>
                    <a:pt x="52308" y="40943"/>
                    <a:pt x="52726" y="40525"/>
                    <a:pt x="52726" y="40014"/>
                  </a:cubicBezTo>
                  <a:lnTo>
                    <a:pt x="53798" y="5332"/>
                  </a:lnTo>
                  <a:cubicBezTo>
                    <a:pt x="53798" y="5240"/>
                    <a:pt x="53781" y="5148"/>
                    <a:pt x="53756" y="5064"/>
                  </a:cubicBezTo>
                  <a:lnTo>
                    <a:pt x="53798" y="3775"/>
                  </a:lnTo>
                  <a:cubicBezTo>
                    <a:pt x="53798" y="3256"/>
                    <a:pt x="53379" y="2846"/>
                    <a:pt x="52860" y="2846"/>
                  </a:cubicBezTo>
                  <a:lnTo>
                    <a:pt x="51429" y="2838"/>
                  </a:lnTo>
                  <a:lnTo>
                    <a:pt x="51471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152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43" name="Google Shape;543;p37"/>
            <p:cNvGrpSpPr/>
            <p:nvPr/>
          </p:nvGrpSpPr>
          <p:grpSpPr>
            <a:xfrm>
              <a:off x="6839925" y="2135100"/>
              <a:ext cx="1344750" cy="1031550"/>
              <a:chOff x="7944925" y="1160975"/>
              <a:chExt cx="1344750" cy="1031550"/>
            </a:xfrm>
          </p:grpSpPr>
          <p:sp>
            <p:nvSpPr>
              <p:cNvPr id="544" name="Google Shape;544;p37"/>
              <p:cNvSpPr/>
              <p:nvPr/>
            </p:nvSpPr>
            <p:spPr>
              <a:xfrm>
                <a:off x="7944925" y="1273750"/>
                <a:ext cx="1344750" cy="918775"/>
              </a:xfrm>
              <a:custGeom>
                <a:rect b="b" l="l" r="r" t="t"/>
                <a:pathLst>
                  <a:path extrusionOk="0" h="36751" w="53790">
                    <a:moveTo>
                      <a:pt x="930" y="1"/>
                    </a:moveTo>
                    <a:cubicBezTo>
                      <a:pt x="419" y="1"/>
                      <a:pt x="1" y="411"/>
                      <a:pt x="1" y="930"/>
                    </a:cubicBezTo>
                    <a:lnTo>
                      <a:pt x="1281" y="35821"/>
                    </a:lnTo>
                    <a:cubicBezTo>
                      <a:pt x="1281" y="36332"/>
                      <a:pt x="1700" y="36750"/>
                      <a:pt x="2210" y="36750"/>
                    </a:cubicBezTo>
                    <a:lnTo>
                      <a:pt x="51798" y="36750"/>
                    </a:lnTo>
                    <a:cubicBezTo>
                      <a:pt x="52308" y="36750"/>
                      <a:pt x="52727" y="36332"/>
                      <a:pt x="52727" y="35821"/>
                    </a:cubicBezTo>
                    <a:lnTo>
                      <a:pt x="53790" y="1139"/>
                    </a:lnTo>
                    <a:cubicBezTo>
                      <a:pt x="53790" y="628"/>
                      <a:pt x="53380" y="210"/>
                      <a:pt x="52861" y="210"/>
                    </a:cubicBezTo>
                    <a:lnTo>
                      <a:pt x="93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5" name="Google Shape;545;p37"/>
              <p:cNvSpPr/>
              <p:nvPr/>
            </p:nvSpPr>
            <p:spPr>
              <a:xfrm>
                <a:off x="7944925" y="1234625"/>
                <a:ext cx="1344750" cy="918750"/>
              </a:xfrm>
              <a:custGeom>
                <a:rect b="b" l="l" r="r" t="t"/>
                <a:pathLst>
                  <a:path extrusionOk="0" h="36750" w="53790">
                    <a:moveTo>
                      <a:pt x="930" y="0"/>
                    </a:moveTo>
                    <a:cubicBezTo>
                      <a:pt x="419" y="0"/>
                      <a:pt x="1" y="419"/>
                      <a:pt x="1" y="929"/>
                    </a:cubicBezTo>
                    <a:lnTo>
                      <a:pt x="1281" y="35821"/>
                    </a:lnTo>
                    <a:cubicBezTo>
                      <a:pt x="1281" y="36340"/>
                      <a:pt x="1700" y="36750"/>
                      <a:pt x="2210" y="36750"/>
                    </a:cubicBezTo>
                    <a:lnTo>
                      <a:pt x="51798" y="36750"/>
                    </a:lnTo>
                    <a:cubicBezTo>
                      <a:pt x="52308" y="36750"/>
                      <a:pt x="52727" y="36340"/>
                      <a:pt x="52727" y="35821"/>
                    </a:cubicBezTo>
                    <a:lnTo>
                      <a:pt x="53790" y="1147"/>
                    </a:lnTo>
                    <a:cubicBezTo>
                      <a:pt x="53790" y="628"/>
                      <a:pt x="53380" y="218"/>
                      <a:pt x="52861" y="218"/>
                    </a:cubicBezTo>
                    <a:lnTo>
                      <a:pt x="93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6" name="Google Shape;546;p37"/>
              <p:cNvSpPr/>
              <p:nvPr/>
            </p:nvSpPr>
            <p:spPr>
              <a:xfrm>
                <a:off x="7999125" y="1168925"/>
                <a:ext cx="1232600" cy="903500"/>
              </a:xfrm>
              <a:custGeom>
                <a:rect b="b" l="l" r="r" t="t"/>
                <a:pathLst>
                  <a:path extrusionOk="0" h="36140" w="49304">
                    <a:moveTo>
                      <a:pt x="49304" y="1"/>
                    </a:moveTo>
                    <a:lnTo>
                      <a:pt x="49304" y="1"/>
                    </a:lnTo>
                    <a:cubicBezTo>
                      <a:pt x="34641" y="160"/>
                      <a:pt x="24731" y="5524"/>
                      <a:pt x="24731" y="5524"/>
                    </a:cubicBezTo>
                    <a:cubicBezTo>
                      <a:pt x="18406" y="1742"/>
                      <a:pt x="11048" y="954"/>
                      <a:pt x="6012" y="954"/>
                    </a:cubicBezTo>
                    <a:cubicBezTo>
                      <a:pt x="2413" y="954"/>
                      <a:pt x="0" y="1356"/>
                      <a:pt x="0" y="1356"/>
                    </a:cubicBezTo>
                    <a:lnTo>
                      <a:pt x="1482" y="30908"/>
                    </a:lnTo>
                    <a:lnTo>
                      <a:pt x="24731" y="36139"/>
                    </a:lnTo>
                    <a:lnTo>
                      <a:pt x="48877" y="30925"/>
                    </a:lnTo>
                    <a:lnTo>
                      <a:pt x="493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7" name="Google Shape;547;p37"/>
              <p:cNvSpPr/>
              <p:nvPr/>
            </p:nvSpPr>
            <p:spPr>
              <a:xfrm>
                <a:off x="8036150" y="1941050"/>
                <a:ext cx="1184900" cy="137225"/>
              </a:xfrm>
              <a:custGeom>
                <a:rect b="b" l="l" r="r" t="t"/>
                <a:pathLst>
                  <a:path extrusionOk="0" h="5489" w="47396">
                    <a:moveTo>
                      <a:pt x="1494" y="0"/>
                    </a:moveTo>
                    <a:cubicBezTo>
                      <a:pt x="1002" y="0"/>
                      <a:pt x="504" y="8"/>
                      <a:pt x="1" y="23"/>
                    </a:cubicBezTo>
                    <a:cubicBezTo>
                      <a:pt x="1" y="23"/>
                      <a:pt x="963" y="1689"/>
                      <a:pt x="837" y="5488"/>
                    </a:cubicBezTo>
                    <a:lnTo>
                      <a:pt x="46350" y="5488"/>
                    </a:lnTo>
                    <a:cubicBezTo>
                      <a:pt x="46350" y="5488"/>
                      <a:pt x="45789" y="2768"/>
                      <a:pt x="47396" y="40"/>
                    </a:cubicBezTo>
                    <a:cubicBezTo>
                      <a:pt x="47396" y="40"/>
                      <a:pt x="46943" y="20"/>
                      <a:pt x="46142" y="20"/>
                    </a:cubicBezTo>
                    <a:cubicBezTo>
                      <a:pt x="42460" y="20"/>
                      <a:pt x="31424" y="449"/>
                      <a:pt x="23250" y="5254"/>
                    </a:cubicBezTo>
                    <a:cubicBezTo>
                      <a:pt x="23250" y="5254"/>
                      <a:pt x="14530" y="0"/>
                      <a:pt x="149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8" name="Google Shape;548;p37"/>
              <p:cNvSpPr/>
              <p:nvPr/>
            </p:nvSpPr>
            <p:spPr>
              <a:xfrm>
                <a:off x="7995550" y="1179600"/>
                <a:ext cx="630450" cy="136850"/>
              </a:xfrm>
              <a:custGeom>
                <a:rect b="b" l="l" r="r" t="t"/>
                <a:pathLst>
                  <a:path extrusionOk="0" h="5474" w="25218">
                    <a:moveTo>
                      <a:pt x="244" y="1189"/>
                    </a:moveTo>
                    <a:cubicBezTo>
                      <a:pt x="244" y="1189"/>
                      <a:pt x="7809" y="419"/>
                      <a:pt x="13090" y="1323"/>
                    </a:cubicBezTo>
                    <a:cubicBezTo>
                      <a:pt x="21041" y="2687"/>
                      <a:pt x="24858" y="5407"/>
                      <a:pt x="24858" y="5407"/>
                    </a:cubicBezTo>
                    <a:cubicBezTo>
                      <a:pt x="24950" y="5474"/>
                      <a:pt x="25084" y="5449"/>
                      <a:pt x="25151" y="5357"/>
                    </a:cubicBezTo>
                    <a:cubicBezTo>
                      <a:pt x="25217" y="5265"/>
                      <a:pt x="25201" y="5131"/>
                      <a:pt x="25100" y="5064"/>
                    </a:cubicBezTo>
                    <a:cubicBezTo>
                      <a:pt x="25100" y="5064"/>
                      <a:pt x="21234" y="2294"/>
                      <a:pt x="13157" y="913"/>
                    </a:cubicBezTo>
                    <a:cubicBezTo>
                      <a:pt x="7835" y="0"/>
                      <a:pt x="202" y="770"/>
                      <a:pt x="202" y="770"/>
                    </a:cubicBezTo>
                    <a:cubicBezTo>
                      <a:pt x="85" y="779"/>
                      <a:pt x="1" y="888"/>
                      <a:pt x="18" y="996"/>
                    </a:cubicBezTo>
                    <a:cubicBezTo>
                      <a:pt x="26" y="1113"/>
                      <a:pt x="126" y="1197"/>
                      <a:pt x="244" y="118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9" name="Google Shape;549;p37"/>
              <p:cNvSpPr/>
              <p:nvPr/>
            </p:nvSpPr>
            <p:spPr>
              <a:xfrm>
                <a:off x="8685200" y="1160975"/>
                <a:ext cx="553850" cy="120950"/>
              </a:xfrm>
              <a:custGeom>
                <a:rect b="b" l="l" r="r" t="t"/>
                <a:pathLst>
                  <a:path extrusionOk="0" h="4838" w="22154">
                    <a:moveTo>
                      <a:pt x="21953" y="151"/>
                    </a:moveTo>
                    <a:cubicBezTo>
                      <a:pt x="21953" y="151"/>
                      <a:pt x="15332" y="0"/>
                      <a:pt x="8813" y="1674"/>
                    </a:cubicBezTo>
                    <a:cubicBezTo>
                      <a:pt x="2302" y="3357"/>
                      <a:pt x="142" y="4411"/>
                      <a:pt x="142" y="4411"/>
                    </a:cubicBezTo>
                    <a:cubicBezTo>
                      <a:pt x="42" y="4461"/>
                      <a:pt x="0" y="4587"/>
                      <a:pt x="50" y="4696"/>
                    </a:cubicBezTo>
                    <a:cubicBezTo>
                      <a:pt x="100" y="4796"/>
                      <a:pt x="226" y="4838"/>
                      <a:pt x="326" y="4788"/>
                    </a:cubicBezTo>
                    <a:cubicBezTo>
                      <a:pt x="326" y="4788"/>
                      <a:pt x="2461" y="3750"/>
                      <a:pt x="8922" y="2084"/>
                    </a:cubicBezTo>
                    <a:cubicBezTo>
                      <a:pt x="15374" y="419"/>
                      <a:pt x="21944" y="570"/>
                      <a:pt x="21944" y="570"/>
                    </a:cubicBezTo>
                    <a:cubicBezTo>
                      <a:pt x="22053" y="578"/>
                      <a:pt x="22153" y="486"/>
                      <a:pt x="22153" y="369"/>
                    </a:cubicBezTo>
                    <a:cubicBezTo>
                      <a:pt x="22153" y="252"/>
                      <a:pt x="22070" y="160"/>
                      <a:pt x="21953" y="1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0" name="Google Shape;550;p37"/>
              <p:cNvSpPr/>
              <p:nvPr/>
            </p:nvSpPr>
            <p:spPr>
              <a:xfrm>
                <a:off x="8612575" y="1635525"/>
                <a:ext cx="10500" cy="443375"/>
              </a:xfrm>
              <a:custGeom>
                <a:rect b="b" l="l" r="r" t="t"/>
                <a:pathLst>
                  <a:path extrusionOk="0" h="17735" w="420">
                    <a:moveTo>
                      <a:pt x="419" y="17525"/>
                    </a:moveTo>
                    <a:lnTo>
                      <a:pt x="419" y="209"/>
                    </a:lnTo>
                    <a:cubicBezTo>
                      <a:pt x="419" y="100"/>
                      <a:pt x="327" y="0"/>
                      <a:pt x="210" y="0"/>
                    </a:cubicBezTo>
                    <a:cubicBezTo>
                      <a:pt x="101" y="0"/>
                      <a:pt x="1" y="100"/>
                      <a:pt x="1" y="209"/>
                    </a:cubicBezTo>
                    <a:lnTo>
                      <a:pt x="1" y="17525"/>
                    </a:lnTo>
                    <a:cubicBezTo>
                      <a:pt x="1" y="17642"/>
                      <a:pt x="101" y="17735"/>
                      <a:pt x="210" y="17735"/>
                    </a:cubicBezTo>
                    <a:cubicBezTo>
                      <a:pt x="327" y="17735"/>
                      <a:pt x="419" y="17642"/>
                      <a:pt x="419" y="1752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1" name="Google Shape;551;p37"/>
              <p:cNvSpPr/>
              <p:nvPr/>
            </p:nvSpPr>
            <p:spPr>
              <a:xfrm>
                <a:off x="8612575" y="1511450"/>
                <a:ext cx="10500" cy="97925"/>
              </a:xfrm>
              <a:custGeom>
                <a:rect b="b" l="l" r="r" t="t"/>
                <a:pathLst>
                  <a:path extrusionOk="0" h="3917" w="420">
                    <a:moveTo>
                      <a:pt x="419" y="3708"/>
                    </a:moveTo>
                    <a:lnTo>
                      <a:pt x="419" y="209"/>
                    </a:lnTo>
                    <a:cubicBezTo>
                      <a:pt x="419" y="92"/>
                      <a:pt x="327" y="0"/>
                      <a:pt x="210" y="0"/>
                    </a:cubicBezTo>
                    <a:cubicBezTo>
                      <a:pt x="101" y="0"/>
                      <a:pt x="1" y="92"/>
                      <a:pt x="1" y="209"/>
                    </a:cubicBezTo>
                    <a:lnTo>
                      <a:pt x="1" y="3708"/>
                    </a:lnTo>
                    <a:cubicBezTo>
                      <a:pt x="1" y="3825"/>
                      <a:pt x="101" y="3917"/>
                      <a:pt x="210" y="3917"/>
                    </a:cubicBezTo>
                    <a:cubicBezTo>
                      <a:pt x="327" y="3917"/>
                      <a:pt x="419" y="3825"/>
                      <a:pt x="419" y="370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52" name="Google Shape;552;p37"/>
          <p:cNvGrpSpPr/>
          <p:nvPr/>
        </p:nvGrpSpPr>
        <p:grpSpPr>
          <a:xfrm>
            <a:off x="6797985" y="975057"/>
            <a:ext cx="990915" cy="1565353"/>
            <a:chOff x="4812938" y="1707375"/>
            <a:chExt cx="903542" cy="1427200"/>
          </a:xfrm>
        </p:grpSpPr>
        <p:sp>
          <p:nvSpPr>
            <p:cNvPr id="553" name="Google Shape;553;p37"/>
            <p:cNvSpPr/>
            <p:nvPr/>
          </p:nvSpPr>
          <p:spPr>
            <a:xfrm>
              <a:off x="4812938" y="1712300"/>
              <a:ext cx="839050" cy="1417375"/>
            </a:xfrm>
            <a:custGeom>
              <a:rect b="b" l="l" r="r" t="t"/>
              <a:pathLst>
                <a:path extrusionOk="0" h="56695" w="33562">
                  <a:moveTo>
                    <a:pt x="16768" y="1"/>
                  </a:moveTo>
                  <a:cubicBezTo>
                    <a:pt x="7533" y="1"/>
                    <a:pt x="34" y="7473"/>
                    <a:pt x="9" y="16714"/>
                  </a:cubicBezTo>
                  <a:cubicBezTo>
                    <a:pt x="0" y="20271"/>
                    <a:pt x="1097" y="23560"/>
                    <a:pt x="2971" y="26272"/>
                  </a:cubicBezTo>
                  <a:lnTo>
                    <a:pt x="2971" y="26263"/>
                  </a:lnTo>
                  <a:lnTo>
                    <a:pt x="2997" y="26305"/>
                  </a:lnTo>
                  <a:cubicBezTo>
                    <a:pt x="3130" y="26498"/>
                    <a:pt x="3264" y="26682"/>
                    <a:pt x="3398" y="26866"/>
                  </a:cubicBezTo>
                  <a:cubicBezTo>
                    <a:pt x="4955" y="29025"/>
                    <a:pt x="10186" y="36608"/>
                    <a:pt x="10362" y="40516"/>
                  </a:cubicBezTo>
                  <a:lnTo>
                    <a:pt x="10169" y="40516"/>
                  </a:lnTo>
                  <a:cubicBezTo>
                    <a:pt x="9449" y="40516"/>
                    <a:pt x="8863" y="41102"/>
                    <a:pt x="8863" y="41822"/>
                  </a:cubicBezTo>
                  <a:lnTo>
                    <a:pt x="8847" y="46207"/>
                  </a:lnTo>
                  <a:cubicBezTo>
                    <a:pt x="8847" y="46927"/>
                    <a:pt x="9433" y="47513"/>
                    <a:pt x="10152" y="47513"/>
                  </a:cubicBezTo>
                  <a:lnTo>
                    <a:pt x="10654" y="47521"/>
                  </a:lnTo>
                  <a:lnTo>
                    <a:pt x="10680" y="47538"/>
                  </a:lnTo>
                  <a:lnTo>
                    <a:pt x="10613" y="47538"/>
                  </a:lnTo>
                  <a:cubicBezTo>
                    <a:pt x="10562" y="47538"/>
                    <a:pt x="10521" y="47530"/>
                    <a:pt x="10479" y="47530"/>
                  </a:cubicBezTo>
                  <a:cubicBezTo>
                    <a:pt x="10286" y="47798"/>
                    <a:pt x="10169" y="48132"/>
                    <a:pt x="10161" y="48492"/>
                  </a:cubicBezTo>
                  <a:cubicBezTo>
                    <a:pt x="10161" y="48886"/>
                    <a:pt x="10303" y="49237"/>
                    <a:pt x="10529" y="49530"/>
                  </a:cubicBezTo>
                  <a:cubicBezTo>
                    <a:pt x="10303" y="49815"/>
                    <a:pt x="10161" y="50166"/>
                    <a:pt x="10161" y="50559"/>
                  </a:cubicBezTo>
                  <a:cubicBezTo>
                    <a:pt x="10161" y="50953"/>
                    <a:pt x="10295" y="51313"/>
                    <a:pt x="10529" y="51597"/>
                  </a:cubicBezTo>
                  <a:cubicBezTo>
                    <a:pt x="10295" y="51882"/>
                    <a:pt x="10152" y="52242"/>
                    <a:pt x="10152" y="52635"/>
                  </a:cubicBezTo>
                  <a:cubicBezTo>
                    <a:pt x="10152" y="53556"/>
                    <a:pt x="10897" y="54309"/>
                    <a:pt x="11818" y="54309"/>
                  </a:cubicBezTo>
                  <a:lnTo>
                    <a:pt x="13626" y="54309"/>
                  </a:lnTo>
                  <a:cubicBezTo>
                    <a:pt x="13935" y="55673"/>
                    <a:pt x="15140" y="56694"/>
                    <a:pt x="16597" y="56694"/>
                  </a:cubicBezTo>
                  <a:cubicBezTo>
                    <a:pt x="16603" y="56694"/>
                    <a:pt x="16609" y="56694"/>
                    <a:pt x="16615" y="56694"/>
                  </a:cubicBezTo>
                  <a:cubicBezTo>
                    <a:pt x="18063" y="56694"/>
                    <a:pt x="19268" y="55684"/>
                    <a:pt x="19584" y="54326"/>
                  </a:cubicBezTo>
                  <a:lnTo>
                    <a:pt x="21484" y="54334"/>
                  </a:lnTo>
                  <a:cubicBezTo>
                    <a:pt x="22413" y="54334"/>
                    <a:pt x="23158" y="53589"/>
                    <a:pt x="23167" y="52668"/>
                  </a:cubicBezTo>
                  <a:cubicBezTo>
                    <a:pt x="23167" y="52275"/>
                    <a:pt x="23024" y="51915"/>
                    <a:pt x="22798" y="51631"/>
                  </a:cubicBezTo>
                  <a:cubicBezTo>
                    <a:pt x="23024" y="51346"/>
                    <a:pt x="23167" y="50986"/>
                    <a:pt x="23167" y="50593"/>
                  </a:cubicBezTo>
                  <a:cubicBezTo>
                    <a:pt x="23167" y="50200"/>
                    <a:pt x="23033" y="49848"/>
                    <a:pt x="22798" y="49555"/>
                  </a:cubicBezTo>
                  <a:cubicBezTo>
                    <a:pt x="23033" y="49271"/>
                    <a:pt x="23175" y="48919"/>
                    <a:pt x="23175" y="48526"/>
                  </a:cubicBezTo>
                  <a:cubicBezTo>
                    <a:pt x="23175" y="48224"/>
                    <a:pt x="23091" y="47940"/>
                    <a:pt x="22949" y="47697"/>
                  </a:cubicBezTo>
                  <a:lnTo>
                    <a:pt x="22982" y="47664"/>
                  </a:lnTo>
                  <a:lnTo>
                    <a:pt x="22974" y="47546"/>
                  </a:lnTo>
                  <a:lnTo>
                    <a:pt x="23091" y="47555"/>
                  </a:lnTo>
                  <a:cubicBezTo>
                    <a:pt x="23811" y="47555"/>
                    <a:pt x="24397" y="46969"/>
                    <a:pt x="24405" y="46249"/>
                  </a:cubicBezTo>
                  <a:lnTo>
                    <a:pt x="24414" y="41864"/>
                  </a:lnTo>
                  <a:cubicBezTo>
                    <a:pt x="24414" y="41136"/>
                    <a:pt x="23836" y="40550"/>
                    <a:pt x="23116" y="40550"/>
                  </a:cubicBezTo>
                  <a:lnTo>
                    <a:pt x="23058" y="40550"/>
                  </a:lnTo>
                  <a:cubicBezTo>
                    <a:pt x="23259" y="36641"/>
                    <a:pt x="28531" y="29092"/>
                    <a:pt x="30088" y="26933"/>
                  </a:cubicBezTo>
                  <a:cubicBezTo>
                    <a:pt x="30230" y="26749"/>
                    <a:pt x="30364" y="26565"/>
                    <a:pt x="30498" y="26381"/>
                  </a:cubicBezTo>
                  <a:lnTo>
                    <a:pt x="30523" y="26339"/>
                  </a:lnTo>
                  <a:lnTo>
                    <a:pt x="30523" y="26347"/>
                  </a:lnTo>
                  <a:cubicBezTo>
                    <a:pt x="32406" y="23644"/>
                    <a:pt x="33528" y="20355"/>
                    <a:pt x="33536" y="16806"/>
                  </a:cubicBezTo>
                  <a:cubicBezTo>
                    <a:pt x="33561" y="7550"/>
                    <a:pt x="26071" y="26"/>
                    <a:pt x="16814" y="1"/>
                  </a:cubicBezTo>
                  <a:cubicBezTo>
                    <a:pt x="16799" y="1"/>
                    <a:pt x="16783" y="1"/>
                    <a:pt x="16768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152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37"/>
            <p:cNvSpPr/>
            <p:nvPr/>
          </p:nvSpPr>
          <p:spPr>
            <a:xfrm>
              <a:off x="5156130" y="3074925"/>
              <a:ext cx="149000" cy="59650"/>
            </a:xfrm>
            <a:custGeom>
              <a:rect b="b" l="l" r="r" t="t"/>
              <a:pathLst>
                <a:path extrusionOk="0" h="2386" w="5960">
                  <a:moveTo>
                    <a:pt x="1" y="0"/>
                  </a:moveTo>
                  <a:cubicBezTo>
                    <a:pt x="302" y="1364"/>
                    <a:pt x="1515" y="2385"/>
                    <a:pt x="2972" y="2385"/>
                  </a:cubicBezTo>
                  <a:cubicBezTo>
                    <a:pt x="2978" y="2385"/>
                    <a:pt x="2983" y="2385"/>
                    <a:pt x="2989" y="2385"/>
                  </a:cubicBezTo>
                  <a:cubicBezTo>
                    <a:pt x="4438" y="2385"/>
                    <a:pt x="5643" y="1367"/>
                    <a:pt x="5959" y="17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37"/>
            <p:cNvSpPr/>
            <p:nvPr/>
          </p:nvSpPr>
          <p:spPr>
            <a:xfrm>
              <a:off x="4815505" y="1717200"/>
              <a:ext cx="839050" cy="1013775"/>
            </a:xfrm>
            <a:custGeom>
              <a:rect b="b" l="l" r="r" t="t"/>
              <a:pathLst>
                <a:path extrusionOk="0" h="40551" w="33562">
                  <a:moveTo>
                    <a:pt x="16768" y="1"/>
                  </a:moveTo>
                  <a:cubicBezTo>
                    <a:pt x="7533" y="1"/>
                    <a:pt x="34" y="7473"/>
                    <a:pt x="9" y="16714"/>
                  </a:cubicBezTo>
                  <a:cubicBezTo>
                    <a:pt x="0" y="20263"/>
                    <a:pt x="1097" y="23560"/>
                    <a:pt x="2971" y="26272"/>
                  </a:cubicBezTo>
                  <a:lnTo>
                    <a:pt x="2971" y="26264"/>
                  </a:lnTo>
                  <a:lnTo>
                    <a:pt x="2997" y="26306"/>
                  </a:lnTo>
                  <a:cubicBezTo>
                    <a:pt x="3130" y="26490"/>
                    <a:pt x="3264" y="26674"/>
                    <a:pt x="3398" y="26858"/>
                  </a:cubicBezTo>
                  <a:cubicBezTo>
                    <a:pt x="4947" y="29026"/>
                    <a:pt x="10186" y="36608"/>
                    <a:pt x="10362" y="40517"/>
                  </a:cubicBezTo>
                  <a:lnTo>
                    <a:pt x="16705" y="40533"/>
                  </a:lnTo>
                  <a:lnTo>
                    <a:pt x="23058" y="40550"/>
                  </a:lnTo>
                  <a:cubicBezTo>
                    <a:pt x="23259" y="36642"/>
                    <a:pt x="28531" y="29084"/>
                    <a:pt x="30088" y="26933"/>
                  </a:cubicBezTo>
                  <a:cubicBezTo>
                    <a:pt x="30230" y="26749"/>
                    <a:pt x="30364" y="26565"/>
                    <a:pt x="30498" y="26381"/>
                  </a:cubicBezTo>
                  <a:lnTo>
                    <a:pt x="30523" y="26339"/>
                  </a:lnTo>
                  <a:lnTo>
                    <a:pt x="30523" y="26347"/>
                  </a:lnTo>
                  <a:cubicBezTo>
                    <a:pt x="32406" y="23636"/>
                    <a:pt x="33528" y="20355"/>
                    <a:pt x="33536" y="16806"/>
                  </a:cubicBezTo>
                  <a:cubicBezTo>
                    <a:pt x="33561" y="7550"/>
                    <a:pt x="26071" y="26"/>
                    <a:pt x="16814" y="1"/>
                  </a:cubicBezTo>
                  <a:cubicBezTo>
                    <a:pt x="16799" y="1"/>
                    <a:pt x="16783" y="1"/>
                    <a:pt x="167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37"/>
            <p:cNvSpPr/>
            <p:nvPr/>
          </p:nvSpPr>
          <p:spPr>
            <a:xfrm>
              <a:off x="5069305" y="2905225"/>
              <a:ext cx="325575" cy="170125"/>
            </a:xfrm>
            <a:custGeom>
              <a:rect b="b" l="l" r="r" t="t"/>
              <a:pathLst>
                <a:path extrusionOk="0" h="6805" w="13023">
                  <a:moveTo>
                    <a:pt x="327" y="1"/>
                  </a:moveTo>
                  <a:cubicBezTo>
                    <a:pt x="134" y="277"/>
                    <a:pt x="17" y="603"/>
                    <a:pt x="9" y="963"/>
                  </a:cubicBezTo>
                  <a:cubicBezTo>
                    <a:pt x="9" y="1356"/>
                    <a:pt x="151" y="1716"/>
                    <a:pt x="377" y="2001"/>
                  </a:cubicBezTo>
                  <a:cubicBezTo>
                    <a:pt x="151" y="2285"/>
                    <a:pt x="9" y="2645"/>
                    <a:pt x="9" y="3039"/>
                  </a:cubicBezTo>
                  <a:cubicBezTo>
                    <a:pt x="9" y="3432"/>
                    <a:pt x="143" y="3784"/>
                    <a:pt x="377" y="4076"/>
                  </a:cubicBezTo>
                  <a:cubicBezTo>
                    <a:pt x="143" y="4361"/>
                    <a:pt x="0" y="4713"/>
                    <a:pt x="0" y="5106"/>
                  </a:cubicBezTo>
                  <a:cubicBezTo>
                    <a:pt x="0" y="6027"/>
                    <a:pt x="745" y="6780"/>
                    <a:pt x="1666" y="6780"/>
                  </a:cubicBezTo>
                  <a:lnTo>
                    <a:pt x="11332" y="6805"/>
                  </a:lnTo>
                  <a:cubicBezTo>
                    <a:pt x="11337" y="6805"/>
                    <a:pt x="11343" y="6805"/>
                    <a:pt x="11348" y="6805"/>
                  </a:cubicBezTo>
                  <a:cubicBezTo>
                    <a:pt x="12270" y="6805"/>
                    <a:pt x="13006" y="6063"/>
                    <a:pt x="13015" y="5139"/>
                  </a:cubicBezTo>
                  <a:cubicBezTo>
                    <a:pt x="13015" y="4746"/>
                    <a:pt x="12872" y="4394"/>
                    <a:pt x="12646" y="4102"/>
                  </a:cubicBezTo>
                  <a:cubicBezTo>
                    <a:pt x="12872" y="3817"/>
                    <a:pt x="13015" y="3466"/>
                    <a:pt x="13015" y="3072"/>
                  </a:cubicBezTo>
                  <a:cubicBezTo>
                    <a:pt x="13015" y="2679"/>
                    <a:pt x="12881" y="2319"/>
                    <a:pt x="12646" y="2034"/>
                  </a:cubicBezTo>
                  <a:cubicBezTo>
                    <a:pt x="12881" y="1750"/>
                    <a:pt x="13023" y="1390"/>
                    <a:pt x="13023" y="997"/>
                  </a:cubicBezTo>
                  <a:cubicBezTo>
                    <a:pt x="13023" y="637"/>
                    <a:pt x="12906" y="302"/>
                    <a:pt x="12705" y="26"/>
                  </a:cubicBezTo>
                  <a:cubicBezTo>
                    <a:pt x="12638" y="42"/>
                    <a:pt x="12563" y="51"/>
                    <a:pt x="12487" y="51"/>
                  </a:cubicBezTo>
                  <a:lnTo>
                    <a:pt x="461" y="17"/>
                  </a:lnTo>
                  <a:cubicBezTo>
                    <a:pt x="410" y="17"/>
                    <a:pt x="369" y="9"/>
                    <a:pt x="3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37"/>
            <p:cNvSpPr/>
            <p:nvPr/>
          </p:nvSpPr>
          <p:spPr>
            <a:xfrm>
              <a:off x="5093155" y="2058000"/>
              <a:ext cx="287300" cy="677350"/>
            </a:xfrm>
            <a:custGeom>
              <a:rect b="b" l="l" r="r" t="t"/>
              <a:pathLst>
                <a:path extrusionOk="0" h="27094" w="11492">
                  <a:moveTo>
                    <a:pt x="10409" y="384"/>
                  </a:moveTo>
                  <a:cubicBezTo>
                    <a:pt x="10545" y="384"/>
                    <a:pt x="10650" y="430"/>
                    <a:pt x="10730" y="488"/>
                  </a:cubicBezTo>
                  <a:cubicBezTo>
                    <a:pt x="10906" y="630"/>
                    <a:pt x="10964" y="873"/>
                    <a:pt x="10989" y="1040"/>
                  </a:cubicBezTo>
                  <a:cubicBezTo>
                    <a:pt x="11098" y="2003"/>
                    <a:pt x="10320" y="3836"/>
                    <a:pt x="8227" y="4924"/>
                  </a:cubicBezTo>
                  <a:cubicBezTo>
                    <a:pt x="8956" y="1174"/>
                    <a:pt x="9809" y="421"/>
                    <a:pt x="10345" y="387"/>
                  </a:cubicBezTo>
                  <a:cubicBezTo>
                    <a:pt x="10367" y="385"/>
                    <a:pt x="10388" y="384"/>
                    <a:pt x="10409" y="384"/>
                  </a:cubicBezTo>
                  <a:close/>
                  <a:moveTo>
                    <a:pt x="902" y="3531"/>
                  </a:moveTo>
                  <a:cubicBezTo>
                    <a:pt x="982" y="3531"/>
                    <a:pt x="1060" y="3556"/>
                    <a:pt x="1139" y="3610"/>
                  </a:cubicBezTo>
                  <a:lnTo>
                    <a:pt x="1189" y="3651"/>
                  </a:lnTo>
                  <a:cubicBezTo>
                    <a:pt x="1532" y="3919"/>
                    <a:pt x="1842" y="4580"/>
                    <a:pt x="2118" y="5526"/>
                  </a:cubicBezTo>
                  <a:cubicBezTo>
                    <a:pt x="1164" y="5208"/>
                    <a:pt x="645" y="4672"/>
                    <a:pt x="511" y="4204"/>
                  </a:cubicBezTo>
                  <a:cubicBezTo>
                    <a:pt x="419" y="3902"/>
                    <a:pt x="503" y="3660"/>
                    <a:pt x="729" y="3568"/>
                  </a:cubicBezTo>
                  <a:cubicBezTo>
                    <a:pt x="788" y="3543"/>
                    <a:pt x="845" y="3531"/>
                    <a:pt x="902" y="3531"/>
                  </a:cubicBezTo>
                  <a:close/>
                  <a:moveTo>
                    <a:pt x="10388" y="0"/>
                  </a:moveTo>
                  <a:cubicBezTo>
                    <a:pt x="10365" y="0"/>
                    <a:pt x="10343" y="1"/>
                    <a:pt x="10320" y="2"/>
                  </a:cubicBezTo>
                  <a:cubicBezTo>
                    <a:pt x="9181" y="78"/>
                    <a:pt x="8386" y="2145"/>
                    <a:pt x="7826" y="5116"/>
                  </a:cubicBezTo>
                  <a:cubicBezTo>
                    <a:pt x="7282" y="5350"/>
                    <a:pt x="6654" y="5543"/>
                    <a:pt x="5951" y="5660"/>
                  </a:cubicBezTo>
                  <a:cubicBezTo>
                    <a:pt x="5278" y="5773"/>
                    <a:pt x="4671" y="5823"/>
                    <a:pt x="4129" y="5823"/>
                  </a:cubicBezTo>
                  <a:cubicBezTo>
                    <a:pt x="3512" y="5823"/>
                    <a:pt x="2978" y="5759"/>
                    <a:pt x="2528" y="5652"/>
                  </a:cubicBezTo>
                  <a:cubicBezTo>
                    <a:pt x="2193" y="4438"/>
                    <a:pt x="1800" y="3593"/>
                    <a:pt x="1348" y="3292"/>
                  </a:cubicBezTo>
                  <a:cubicBezTo>
                    <a:pt x="1204" y="3197"/>
                    <a:pt x="1054" y="3150"/>
                    <a:pt x="901" y="3150"/>
                  </a:cubicBezTo>
                  <a:cubicBezTo>
                    <a:pt x="797" y="3150"/>
                    <a:pt x="692" y="3172"/>
                    <a:pt x="586" y="3216"/>
                  </a:cubicBezTo>
                  <a:cubicBezTo>
                    <a:pt x="176" y="3384"/>
                    <a:pt x="0" y="3819"/>
                    <a:pt x="143" y="4304"/>
                  </a:cubicBezTo>
                  <a:cubicBezTo>
                    <a:pt x="302" y="4840"/>
                    <a:pt x="913" y="5593"/>
                    <a:pt x="2235" y="5970"/>
                  </a:cubicBezTo>
                  <a:cubicBezTo>
                    <a:pt x="3499" y="10933"/>
                    <a:pt x="3984" y="22089"/>
                    <a:pt x="4076" y="26901"/>
                  </a:cubicBezTo>
                  <a:cubicBezTo>
                    <a:pt x="4076" y="26960"/>
                    <a:pt x="4101" y="27010"/>
                    <a:pt x="4143" y="27044"/>
                  </a:cubicBezTo>
                  <a:cubicBezTo>
                    <a:pt x="4177" y="27069"/>
                    <a:pt x="4219" y="27085"/>
                    <a:pt x="4269" y="27085"/>
                  </a:cubicBezTo>
                  <a:cubicBezTo>
                    <a:pt x="4369" y="27085"/>
                    <a:pt x="4453" y="27002"/>
                    <a:pt x="4453" y="26893"/>
                  </a:cubicBezTo>
                  <a:cubicBezTo>
                    <a:pt x="4436" y="26173"/>
                    <a:pt x="4177" y="12238"/>
                    <a:pt x="2637" y="6070"/>
                  </a:cubicBezTo>
                  <a:lnTo>
                    <a:pt x="2637" y="6070"/>
                  </a:lnTo>
                  <a:cubicBezTo>
                    <a:pt x="3059" y="6157"/>
                    <a:pt x="3545" y="6207"/>
                    <a:pt x="4100" y="6207"/>
                  </a:cubicBezTo>
                  <a:cubicBezTo>
                    <a:pt x="4666" y="6207"/>
                    <a:pt x="5303" y="6155"/>
                    <a:pt x="6018" y="6037"/>
                  </a:cubicBezTo>
                  <a:cubicBezTo>
                    <a:pt x="6654" y="5928"/>
                    <a:pt x="7231" y="5769"/>
                    <a:pt x="7742" y="5560"/>
                  </a:cubicBezTo>
                  <a:lnTo>
                    <a:pt x="7742" y="5560"/>
                  </a:lnTo>
                  <a:cubicBezTo>
                    <a:pt x="6353" y="13385"/>
                    <a:pt x="6495" y="26717"/>
                    <a:pt x="6495" y="26901"/>
                  </a:cubicBezTo>
                  <a:cubicBezTo>
                    <a:pt x="6503" y="27010"/>
                    <a:pt x="6587" y="27094"/>
                    <a:pt x="6687" y="27094"/>
                  </a:cubicBezTo>
                  <a:cubicBezTo>
                    <a:pt x="6796" y="27094"/>
                    <a:pt x="6880" y="27002"/>
                    <a:pt x="6880" y="26901"/>
                  </a:cubicBezTo>
                  <a:cubicBezTo>
                    <a:pt x="6846" y="24022"/>
                    <a:pt x="6905" y="17611"/>
                    <a:pt x="7365" y="11837"/>
                  </a:cubicBezTo>
                  <a:cubicBezTo>
                    <a:pt x="7583" y="9091"/>
                    <a:pt x="7851" y="6991"/>
                    <a:pt x="8144" y="5384"/>
                  </a:cubicBezTo>
                  <a:cubicBezTo>
                    <a:pt x="10588" y="4229"/>
                    <a:pt x="11491" y="2095"/>
                    <a:pt x="11366" y="998"/>
                  </a:cubicBezTo>
                  <a:cubicBezTo>
                    <a:pt x="11294" y="380"/>
                    <a:pt x="10921" y="0"/>
                    <a:pt x="103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37"/>
            <p:cNvSpPr/>
            <p:nvPr/>
          </p:nvSpPr>
          <p:spPr>
            <a:xfrm>
              <a:off x="5036655" y="2730100"/>
              <a:ext cx="389200" cy="175775"/>
            </a:xfrm>
            <a:custGeom>
              <a:rect b="b" l="l" r="r" t="t"/>
              <a:pathLst>
                <a:path extrusionOk="0" h="7031" w="15568">
                  <a:moveTo>
                    <a:pt x="1323" y="1"/>
                  </a:moveTo>
                  <a:cubicBezTo>
                    <a:pt x="603" y="1"/>
                    <a:pt x="17" y="578"/>
                    <a:pt x="17" y="1298"/>
                  </a:cubicBezTo>
                  <a:lnTo>
                    <a:pt x="1" y="5692"/>
                  </a:lnTo>
                  <a:cubicBezTo>
                    <a:pt x="1" y="6411"/>
                    <a:pt x="587" y="6997"/>
                    <a:pt x="1306" y="6997"/>
                  </a:cubicBezTo>
                  <a:lnTo>
                    <a:pt x="14245" y="7031"/>
                  </a:lnTo>
                  <a:cubicBezTo>
                    <a:pt x="14965" y="7031"/>
                    <a:pt x="15551" y="6453"/>
                    <a:pt x="15559" y="5733"/>
                  </a:cubicBezTo>
                  <a:lnTo>
                    <a:pt x="15568" y="1340"/>
                  </a:lnTo>
                  <a:cubicBezTo>
                    <a:pt x="15568" y="620"/>
                    <a:pt x="14990" y="34"/>
                    <a:pt x="14270" y="34"/>
                  </a:cubicBezTo>
                  <a:lnTo>
                    <a:pt x="132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37"/>
            <p:cNvSpPr/>
            <p:nvPr/>
          </p:nvSpPr>
          <p:spPr>
            <a:xfrm>
              <a:off x="5230830" y="1707375"/>
              <a:ext cx="485650" cy="1021925"/>
            </a:xfrm>
            <a:custGeom>
              <a:rect b="b" l="l" r="r" t="t"/>
              <a:pathLst>
                <a:path extrusionOk="0" h="40877" w="19426">
                  <a:moveTo>
                    <a:pt x="210" y="419"/>
                  </a:moveTo>
                  <a:cubicBezTo>
                    <a:pt x="210" y="419"/>
                    <a:pt x="9575" y="561"/>
                    <a:pt x="14262" y="8412"/>
                  </a:cubicBezTo>
                  <a:cubicBezTo>
                    <a:pt x="18940" y="16262"/>
                    <a:pt x="15919" y="23970"/>
                    <a:pt x="13718" y="26724"/>
                  </a:cubicBezTo>
                  <a:cubicBezTo>
                    <a:pt x="11475" y="29527"/>
                    <a:pt x="9801" y="32046"/>
                    <a:pt x="8119" y="35269"/>
                  </a:cubicBezTo>
                  <a:cubicBezTo>
                    <a:pt x="6411" y="38533"/>
                    <a:pt x="6420" y="40667"/>
                    <a:pt x="6420" y="40667"/>
                  </a:cubicBezTo>
                  <a:cubicBezTo>
                    <a:pt x="6420" y="40784"/>
                    <a:pt x="6512" y="40876"/>
                    <a:pt x="6629" y="40876"/>
                  </a:cubicBezTo>
                  <a:cubicBezTo>
                    <a:pt x="6746" y="40876"/>
                    <a:pt x="6838" y="40784"/>
                    <a:pt x="6838" y="40667"/>
                  </a:cubicBezTo>
                  <a:cubicBezTo>
                    <a:pt x="6838" y="40667"/>
                    <a:pt x="6846" y="38616"/>
                    <a:pt x="8487" y="35461"/>
                  </a:cubicBezTo>
                  <a:cubicBezTo>
                    <a:pt x="10152" y="32264"/>
                    <a:pt x="11826" y="29762"/>
                    <a:pt x="14044" y="26983"/>
                  </a:cubicBezTo>
                  <a:cubicBezTo>
                    <a:pt x="16304" y="24163"/>
                    <a:pt x="19425" y="16254"/>
                    <a:pt x="14621" y="8194"/>
                  </a:cubicBezTo>
                  <a:cubicBezTo>
                    <a:pt x="9818" y="143"/>
                    <a:pt x="218" y="1"/>
                    <a:pt x="218" y="1"/>
                  </a:cubicBezTo>
                  <a:cubicBezTo>
                    <a:pt x="101" y="1"/>
                    <a:pt x="9" y="93"/>
                    <a:pt x="0" y="210"/>
                  </a:cubicBezTo>
                  <a:cubicBezTo>
                    <a:pt x="0" y="327"/>
                    <a:pt x="92" y="419"/>
                    <a:pt x="210" y="41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37"/>
            <p:cNvSpPr/>
            <p:nvPr/>
          </p:nvSpPr>
          <p:spPr>
            <a:xfrm>
              <a:off x="5077455" y="2894775"/>
              <a:ext cx="317425" cy="10475"/>
            </a:xfrm>
            <a:custGeom>
              <a:rect b="b" l="l" r="r" t="t"/>
              <a:pathLst>
                <a:path extrusionOk="0" h="419" w="12697">
                  <a:moveTo>
                    <a:pt x="210" y="419"/>
                  </a:moveTo>
                  <a:lnTo>
                    <a:pt x="12488" y="419"/>
                  </a:lnTo>
                  <a:cubicBezTo>
                    <a:pt x="12605" y="419"/>
                    <a:pt x="12697" y="327"/>
                    <a:pt x="12697" y="209"/>
                  </a:cubicBezTo>
                  <a:cubicBezTo>
                    <a:pt x="12697" y="101"/>
                    <a:pt x="12605" y="0"/>
                    <a:pt x="12488" y="0"/>
                  </a:cubicBezTo>
                  <a:lnTo>
                    <a:pt x="210" y="0"/>
                  </a:lnTo>
                  <a:cubicBezTo>
                    <a:pt x="93" y="0"/>
                    <a:pt x="1" y="101"/>
                    <a:pt x="1" y="209"/>
                  </a:cubicBezTo>
                  <a:cubicBezTo>
                    <a:pt x="1" y="327"/>
                    <a:pt x="93" y="419"/>
                    <a:pt x="210" y="41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1" name="Google Shape;561;p37"/>
          <p:cNvGrpSpPr/>
          <p:nvPr/>
        </p:nvGrpSpPr>
        <p:grpSpPr>
          <a:xfrm>
            <a:off x="4904851" y="244075"/>
            <a:ext cx="1468462" cy="1461300"/>
            <a:chOff x="4512688" y="583425"/>
            <a:chExt cx="1468462" cy="1461300"/>
          </a:xfrm>
        </p:grpSpPr>
        <p:sp>
          <p:nvSpPr>
            <p:cNvPr id="562" name="Google Shape;562;p37"/>
            <p:cNvSpPr/>
            <p:nvPr/>
          </p:nvSpPr>
          <p:spPr>
            <a:xfrm>
              <a:off x="4512688" y="583425"/>
              <a:ext cx="1461300" cy="1461300"/>
            </a:xfrm>
            <a:prstGeom prst="star12">
              <a:avLst>
                <a:gd fmla="val 27973" name="adj"/>
              </a:avLst>
            </a:prstGeom>
            <a:solidFill>
              <a:schemeClr val="accent5"/>
            </a:solidFill>
            <a:ln cap="flat" cmpd="sng" w="152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37"/>
            <p:cNvSpPr/>
            <p:nvPr/>
          </p:nvSpPr>
          <p:spPr>
            <a:xfrm>
              <a:off x="4519850" y="583425"/>
              <a:ext cx="1461300" cy="1461300"/>
            </a:xfrm>
            <a:prstGeom prst="star12">
              <a:avLst>
                <a:gd fmla="val 27973" name="adj"/>
              </a:avLst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4" name="Google Shape;564;p37"/>
          <p:cNvSpPr/>
          <p:nvPr/>
        </p:nvSpPr>
        <p:spPr>
          <a:xfrm>
            <a:off x="7750325" y="852225"/>
            <a:ext cx="130500" cy="130500"/>
          </a:xfrm>
          <a:prstGeom prst="star4">
            <a:avLst>
              <a:gd fmla="val 20192" name="adj"/>
            </a:avLst>
          </a:pr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37"/>
          <p:cNvSpPr/>
          <p:nvPr/>
        </p:nvSpPr>
        <p:spPr>
          <a:xfrm>
            <a:off x="4082150" y="474125"/>
            <a:ext cx="130500" cy="130500"/>
          </a:xfrm>
          <a:prstGeom prst="star4">
            <a:avLst>
              <a:gd fmla="val 2019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37"/>
          <p:cNvSpPr/>
          <p:nvPr/>
        </p:nvSpPr>
        <p:spPr>
          <a:xfrm>
            <a:off x="7427325" y="4209375"/>
            <a:ext cx="130500" cy="130500"/>
          </a:xfrm>
          <a:prstGeom prst="star4">
            <a:avLst>
              <a:gd fmla="val 20192" name="adj"/>
            </a:avLst>
          </a:pr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37"/>
          <p:cNvSpPr/>
          <p:nvPr/>
        </p:nvSpPr>
        <p:spPr>
          <a:xfrm>
            <a:off x="6314125" y="1645950"/>
            <a:ext cx="130500" cy="130500"/>
          </a:xfrm>
          <a:prstGeom prst="star4">
            <a:avLst>
              <a:gd fmla="val 20192" name="adj"/>
            </a:avLst>
          </a:pr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37"/>
          <p:cNvSpPr/>
          <p:nvPr/>
        </p:nvSpPr>
        <p:spPr>
          <a:xfrm>
            <a:off x="7816275" y="2807825"/>
            <a:ext cx="130500" cy="130500"/>
          </a:xfrm>
          <a:prstGeom prst="star4">
            <a:avLst>
              <a:gd fmla="val 20192" name="adj"/>
            </a:avLst>
          </a:pr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9" name="Google Shape;569;p37"/>
          <p:cNvGrpSpPr/>
          <p:nvPr/>
        </p:nvGrpSpPr>
        <p:grpSpPr>
          <a:xfrm rot="-2700000">
            <a:off x="8251034" y="1474586"/>
            <a:ext cx="1383860" cy="529866"/>
            <a:chOff x="4122025" y="3191125"/>
            <a:chExt cx="1644600" cy="629700"/>
          </a:xfrm>
        </p:grpSpPr>
        <p:sp>
          <p:nvSpPr>
            <p:cNvPr id="570" name="Google Shape;570;p37"/>
            <p:cNvSpPr/>
            <p:nvPr/>
          </p:nvSpPr>
          <p:spPr>
            <a:xfrm>
              <a:off x="4122025" y="3191125"/>
              <a:ext cx="1644600" cy="629700"/>
            </a:xfrm>
            <a:prstGeom prst="ellipse">
              <a:avLst/>
            </a:prstGeom>
            <a:solidFill>
              <a:schemeClr val="accent5"/>
            </a:solidFill>
            <a:ln cap="flat" cmpd="sng" w="152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37"/>
            <p:cNvSpPr/>
            <p:nvPr/>
          </p:nvSpPr>
          <p:spPr>
            <a:xfrm>
              <a:off x="4122025" y="3191125"/>
              <a:ext cx="1644600" cy="62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72" name="Google Shape;572;p37"/>
            <p:cNvGrpSpPr/>
            <p:nvPr/>
          </p:nvGrpSpPr>
          <p:grpSpPr>
            <a:xfrm>
              <a:off x="4618275" y="3440725"/>
              <a:ext cx="652100" cy="130500"/>
              <a:chOff x="4549450" y="3462800"/>
              <a:chExt cx="652100" cy="130500"/>
            </a:xfrm>
          </p:grpSpPr>
          <p:sp>
            <p:nvSpPr>
              <p:cNvPr id="573" name="Google Shape;573;p37"/>
              <p:cNvSpPr/>
              <p:nvPr/>
            </p:nvSpPr>
            <p:spPr>
              <a:xfrm>
                <a:off x="4549450" y="3462800"/>
                <a:ext cx="130500" cy="130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4" name="Google Shape;574;p37"/>
              <p:cNvSpPr/>
              <p:nvPr/>
            </p:nvSpPr>
            <p:spPr>
              <a:xfrm>
                <a:off x="4810250" y="3462800"/>
                <a:ext cx="130500" cy="130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5" name="Google Shape;575;p37"/>
              <p:cNvSpPr/>
              <p:nvPr/>
            </p:nvSpPr>
            <p:spPr>
              <a:xfrm>
                <a:off x="5071050" y="3462800"/>
                <a:ext cx="130500" cy="130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76" name="Google Shape;576;p37"/>
          <p:cNvGrpSpPr/>
          <p:nvPr/>
        </p:nvGrpSpPr>
        <p:grpSpPr>
          <a:xfrm rot="1589318">
            <a:off x="5252677" y="4478237"/>
            <a:ext cx="1139776" cy="1139710"/>
            <a:chOff x="-738900" y="340475"/>
            <a:chExt cx="738900" cy="738900"/>
          </a:xfrm>
        </p:grpSpPr>
        <p:sp>
          <p:nvSpPr>
            <p:cNvPr id="577" name="Google Shape;577;p37"/>
            <p:cNvSpPr/>
            <p:nvPr/>
          </p:nvSpPr>
          <p:spPr>
            <a:xfrm>
              <a:off x="-738900" y="340475"/>
              <a:ext cx="738900" cy="738900"/>
            </a:xfrm>
            <a:prstGeom prst="roundRect">
              <a:avLst>
                <a:gd fmla="val 24509" name="adj"/>
              </a:avLst>
            </a:prstGeom>
            <a:solidFill>
              <a:schemeClr val="accent5"/>
            </a:solidFill>
            <a:ln cap="flat" cmpd="sng" w="152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37"/>
            <p:cNvSpPr/>
            <p:nvPr/>
          </p:nvSpPr>
          <p:spPr>
            <a:xfrm>
              <a:off x="-738900" y="340475"/>
              <a:ext cx="738900" cy="738900"/>
            </a:xfrm>
            <a:prstGeom prst="roundRect">
              <a:avLst>
                <a:gd fmla="val 24509" name="adj"/>
              </a:avLst>
            </a:prstGeom>
            <a:solidFill>
              <a:schemeClr val="accent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37"/>
            <p:cNvSpPr/>
            <p:nvPr/>
          </p:nvSpPr>
          <p:spPr>
            <a:xfrm>
              <a:off x="-475882" y="554865"/>
              <a:ext cx="212866" cy="310118"/>
            </a:xfrm>
            <a:custGeom>
              <a:rect b="b" l="l" r="r" t="t"/>
              <a:pathLst>
                <a:path extrusionOk="0" h="6671" w="4579">
                  <a:moveTo>
                    <a:pt x="2076" y="1"/>
                  </a:moveTo>
                  <a:cubicBezTo>
                    <a:pt x="1775" y="1"/>
                    <a:pt x="1490" y="26"/>
                    <a:pt x="1239" y="68"/>
                  </a:cubicBezTo>
                  <a:cubicBezTo>
                    <a:pt x="988" y="109"/>
                    <a:pt x="770" y="176"/>
                    <a:pt x="586" y="260"/>
                  </a:cubicBezTo>
                  <a:cubicBezTo>
                    <a:pt x="402" y="352"/>
                    <a:pt x="260" y="461"/>
                    <a:pt x="151" y="603"/>
                  </a:cubicBezTo>
                  <a:cubicBezTo>
                    <a:pt x="51" y="737"/>
                    <a:pt x="0" y="896"/>
                    <a:pt x="0" y="1072"/>
                  </a:cubicBezTo>
                  <a:cubicBezTo>
                    <a:pt x="0" y="1256"/>
                    <a:pt x="42" y="1407"/>
                    <a:pt x="126" y="1541"/>
                  </a:cubicBezTo>
                  <a:cubicBezTo>
                    <a:pt x="210" y="1666"/>
                    <a:pt x="310" y="1775"/>
                    <a:pt x="427" y="1867"/>
                  </a:cubicBezTo>
                  <a:cubicBezTo>
                    <a:pt x="586" y="1767"/>
                    <a:pt x="787" y="1683"/>
                    <a:pt x="1030" y="1608"/>
                  </a:cubicBezTo>
                  <a:cubicBezTo>
                    <a:pt x="1281" y="1532"/>
                    <a:pt x="1549" y="1490"/>
                    <a:pt x="1833" y="1490"/>
                  </a:cubicBezTo>
                  <a:cubicBezTo>
                    <a:pt x="2143" y="1490"/>
                    <a:pt x="2369" y="1541"/>
                    <a:pt x="2494" y="1633"/>
                  </a:cubicBezTo>
                  <a:cubicBezTo>
                    <a:pt x="2628" y="1733"/>
                    <a:pt x="2687" y="1842"/>
                    <a:pt x="2687" y="1976"/>
                  </a:cubicBezTo>
                  <a:cubicBezTo>
                    <a:pt x="2695" y="2218"/>
                    <a:pt x="2520" y="2386"/>
                    <a:pt x="2176" y="2478"/>
                  </a:cubicBezTo>
                  <a:lnTo>
                    <a:pt x="1365" y="2679"/>
                  </a:lnTo>
                  <a:cubicBezTo>
                    <a:pt x="1139" y="2737"/>
                    <a:pt x="971" y="2821"/>
                    <a:pt x="854" y="2930"/>
                  </a:cubicBezTo>
                  <a:cubicBezTo>
                    <a:pt x="745" y="3039"/>
                    <a:pt x="687" y="3198"/>
                    <a:pt x="687" y="3415"/>
                  </a:cubicBezTo>
                  <a:cubicBezTo>
                    <a:pt x="687" y="3633"/>
                    <a:pt x="745" y="3825"/>
                    <a:pt x="846" y="3993"/>
                  </a:cubicBezTo>
                  <a:cubicBezTo>
                    <a:pt x="954" y="4152"/>
                    <a:pt x="1063" y="4269"/>
                    <a:pt x="1180" y="4328"/>
                  </a:cubicBezTo>
                  <a:lnTo>
                    <a:pt x="2235" y="4110"/>
                  </a:lnTo>
                  <a:cubicBezTo>
                    <a:pt x="3800" y="3792"/>
                    <a:pt x="4578" y="3081"/>
                    <a:pt x="4578" y="1967"/>
                  </a:cubicBezTo>
                  <a:cubicBezTo>
                    <a:pt x="4570" y="1382"/>
                    <a:pt x="4361" y="904"/>
                    <a:pt x="3942" y="536"/>
                  </a:cubicBezTo>
                  <a:cubicBezTo>
                    <a:pt x="3515" y="176"/>
                    <a:pt x="2896" y="1"/>
                    <a:pt x="2076" y="1"/>
                  </a:cubicBezTo>
                  <a:close/>
                  <a:moveTo>
                    <a:pt x="1880" y="4712"/>
                  </a:moveTo>
                  <a:cubicBezTo>
                    <a:pt x="1867" y="4712"/>
                    <a:pt x="1855" y="4712"/>
                    <a:pt x="1842" y="4713"/>
                  </a:cubicBezTo>
                  <a:cubicBezTo>
                    <a:pt x="1532" y="4713"/>
                    <a:pt x="1281" y="4805"/>
                    <a:pt x="1105" y="4989"/>
                  </a:cubicBezTo>
                  <a:cubicBezTo>
                    <a:pt x="929" y="5173"/>
                    <a:pt x="846" y="5407"/>
                    <a:pt x="846" y="5692"/>
                  </a:cubicBezTo>
                  <a:cubicBezTo>
                    <a:pt x="846" y="5976"/>
                    <a:pt x="938" y="6211"/>
                    <a:pt x="1113" y="6395"/>
                  </a:cubicBezTo>
                  <a:cubicBezTo>
                    <a:pt x="1289" y="6579"/>
                    <a:pt x="1540" y="6671"/>
                    <a:pt x="1850" y="6671"/>
                  </a:cubicBezTo>
                  <a:cubicBezTo>
                    <a:pt x="2160" y="6663"/>
                    <a:pt x="2411" y="6570"/>
                    <a:pt x="2586" y="6386"/>
                  </a:cubicBezTo>
                  <a:cubicBezTo>
                    <a:pt x="2762" y="6202"/>
                    <a:pt x="2846" y="5968"/>
                    <a:pt x="2846" y="5683"/>
                  </a:cubicBezTo>
                  <a:cubicBezTo>
                    <a:pt x="2846" y="5399"/>
                    <a:pt x="2754" y="5164"/>
                    <a:pt x="2578" y="4980"/>
                  </a:cubicBezTo>
                  <a:cubicBezTo>
                    <a:pt x="2402" y="4804"/>
                    <a:pt x="2171" y="4712"/>
                    <a:pt x="1880" y="47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8"/>
          <p:cNvSpPr txBox="1"/>
          <p:nvPr>
            <p:ph type="title"/>
          </p:nvPr>
        </p:nvSpPr>
        <p:spPr>
          <a:xfrm>
            <a:off x="1513350" y="1377888"/>
            <a:ext cx="6117300" cy="19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6700"/>
              <a:t>Спасибо за</a:t>
            </a:r>
            <a:endParaRPr i="1" sz="6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6700"/>
              <a:t> внимание!</a:t>
            </a:r>
            <a:endParaRPr i="1" sz="6700"/>
          </a:p>
        </p:txBody>
      </p:sp>
      <p:grpSp>
        <p:nvGrpSpPr>
          <p:cNvPr id="585" name="Google Shape;585;p38"/>
          <p:cNvGrpSpPr/>
          <p:nvPr/>
        </p:nvGrpSpPr>
        <p:grpSpPr>
          <a:xfrm>
            <a:off x="8003323" y="1708759"/>
            <a:ext cx="1691899" cy="1600532"/>
            <a:chOff x="397193" y="2731496"/>
            <a:chExt cx="1153699" cy="1091396"/>
          </a:xfrm>
        </p:grpSpPr>
        <p:sp>
          <p:nvSpPr>
            <p:cNvPr id="586" name="Google Shape;586;p38"/>
            <p:cNvSpPr/>
            <p:nvPr/>
          </p:nvSpPr>
          <p:spPr>
            <a:xfrm>
              <a:off x="397193" y="2731496"/>
              <a:ext cx="1126271" cy="1091396"/>
            </a:xfrm>
            <a:custGeom>
              <a:rect b="b" l="l" r="r" t="t"/>
              <a:pathLst>
                <a:path extrusionOk="0" h="68159" w="70337">
                  <a:moveTo>
                    <a:pt x="29547" y="0"/>
                  </a:moveTo>
                  <a:cubicBezTo>
                    <a:pt x="23479" y="0"/>
                    <a:pt x="17191" y="2251"/>
                    <a:pt x="12078" y="6774"/>
                  </a:cubicBezTo>
                  <a:cubicBezTo>
                    <a:pt x="1649" y="15988"/>
                    <a:pt x="1" y="31212"/>
                    <a:pt x="8387" y="40694"/>
                  </a:cubicBezTo>
                  <a:cubicBezTo>
                    <a:pt x="12663" y="45532"/>
                    <a:pt x="18732" y="47961"/>
                    <a:pt x="25038" y="47961"/>
                  </a:cubicBezTo>
                  <a:cubicBezTo>
                    <a:pt x="30567" y="47961"/>
                    <a:pt x="36278" y="46093"/>
                    <a:pt x="41119" y="42343"/>
                  </a:cubicBezTo>
                  <a:lnTo>
                    <a:pt x="43446" y="44980"/>
                  </a:lnTo>
                  <a:cubicBezTo>
                    <a:pt x="42115" y="46319"/>
                    <a:pt x="41345" y="47248"/>
                    <a:pt x="41345" y="47248"/>
                  </a:cubicBezTo>
                  <a:cubicBezTo>
                    <a:pt x="41345" y="47248"/>
                    <a:pt x="42358" y="48704"/>
                    <a:pt x="43998" y="50846"/>
                  </a:cubicBezTo>
                  <a:cubicBezTo>
                    <a:pt x="43973" y="50872"/>
                    <a:pt x="43956" y="50888"/>
                    <a:pt x="43956" y="50888"/>
                  </a:cubicBezTo>
                  <a:cubicBezTo>
                    <a:pt x="43805" y="51056"/>
                    <a:pt x="43814" y="51307"/>
                    <a:pt x="43973" y="51457"/>
                  </a:cubicBezTo>
                  <a:cubicBezTo>
                    <a:pt x="44052" y="51532"/>
                    <a:pt x="44149" y="51567"/>
                    <a:pt x="44246" y="51567"/>
                  </a:cubicBezTo>
                  <a:cubicBezTo>
                    <a:pt x="44333" y="51567"/>
                    <a:pt x="44420" y="51538"/>
                    <a:pt x="44492" y="51482"/>
                  </a:cubicBezTo>
                  <a:cubicBezTo>
                    <a:pt x="49226" y="57596"/>
                    <a:pt x="58175" y="68158"/>
                    <a:pt x="63501" y="68158"/>
                  </a:cubicBezTo>
                  <a:cubicBezTo>
                    <a:pt x="64313" y="68158"/>
                    <a:pt x="65042" y="67912"/>
                    <a:pt x="65658" y="67367"/>
                  </a:cubicBezTo>
                  <a:cubicBezTo>
                    <a:pt x="70336" y="63233"/>
                    <a:pt x="58452" y="50503"/>
                    <a:pt x="52049" y="44243"/>
                  </a:cubicBezTo>
                  <a:cubicBezTo>
                    <a:pt x="52191" y="44101"/>
                    <a:pt x="52200" y="43866"/>
                    <a:pt x="52066" y="43707"/>
                  </a:cubicBezTo>
                  <a:cubicBezTo>
                    <a:pt x="51983" y="43615"/>
                    <a:pt x="51869" y="43566"/>
                    <a:pt x="51755" y="43566"/>
                  </a:cubicBezTo>
                  <a:cubicBezTo>
                    <a:pt x="51663" y="43566"/>
                    <a:pt x="51572" y="43598"/>
                    <a:pt x="51497" y="43666"/>
                  </a:cubicBezTo>
                  <a:lnTo>
                    <a:pt x="51472" y="43682"/>
                  </a:lnTo>
                  <a:cubicBezTo>
                    <a:pt x="49564" y="41849"/>
                    <a:pt x="48275" y="40694"/>
                    <a:pt x="48275" y="40694"/>
                  </a:cubicBezTo>
                  <a:cubicBezTo>
                    <a:pt x="47496" y="41297"/>
                    <a:pt x="46760" y="41908"/>
                    <a:pt x="46082" y="42502"/>
                  </a:cubicBezTo>
                  <a:lnTo>
                    <a:pt x="43831" y="39950"/>
                  </a:lnTo>
                  <a:cubicBezTo>
                    <a:pt x="53062" y="30651"/>
                    <a:pt x="54225" y="16340"/>
                    <a:pt x="46199" y="7268"/>
                  </a:cubicBezTo>
                  <a:cubicBezTo>
                    <a:pt x="41925" y="2431"/>
                    <a:pt x="35854" y="0"/>
                    <a:pt x="29547" y="0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152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7" name="Google Shape;587;p38"/>
            <p:cNvGrpSpPr/>
            <p:nvPr/>
          </p:nvGrpSpPr>
          <p:grpSpPr>
            <a:xfrm>
              <a:off x="398632" y="2731496"/>
              <a:ext cx="1152260" cy="1091395"/>
              <a:chOff x="-2182643" y="3425389"/>
              <a:chExt cx="1152260" cy="1091395"/>
            </a:xfrm>
          </p:grpSpPr>
          <p:sp>
            <p:nvSpPr>
              <p:cNvPr id="588" name="Google Shape;588;p38"/>
              <p:cNvSpPr/>
              <p:nvPr/>
            </p:nvSpPr>
            <p:spPr>
              <a:xfrm>
                <a:off x="-2182643" y="3425389"/>
                <a:ext cx="874315" cy="768024"/>
              </a:xfrm>
              <a:custGeom>
                <a:rect b="b" l="l" r="r" t="t"/>
                <a:pathLst>
                  <a:path extrusionOk="0" h="47964" w="54602">
                    <a:moveTo>
                      <a:pt x="29560" y="2897"/>
                    </a:moveTo>
                    <a:cubicBezTo>
                      <a:pt x="35057" y="2897"/>
                      <a:pt x="40327" y="4996"/>
                      <a:pt x="44031" y="9186"/>
                    </a:cubicBezTo>
                    <a:cubicBezTo>
                      <a:pt x="51363" y="17480"/>
                      <a:pt x="49823" y="30863"/>
                      <a:pt x="40591" y="39014"/>
                    </a:cubicBezTo>
                    <a:cubicBezTo>
                      <a:pt x="36028" y="43052"/>
                      <a:pt x="30424" y="45065"/>
                      <a:pt x="25039" y="45065"/>
                    </a:cubicBezTo>
                    <a:cubicBezTo>
                      <a:pt x="19540" y="45065"/>
                      <a:pt x="14271" y="42966"/>
                      <a:pt x="10571" y="38780"/>
                    </a:cubicBezTo>
                    <a:cubicBezTo>
                      <a:pt x="3239" y="30486"/>
                      <a:pt x="4779" y="17104"/>
                      <a:pt x="14011" y="8944"/>
                    </a:cubicBezTo>
                    <a:cubicBezTo>
                      <a:pt x="18574" y="4910"/>
                      <a:pt x="24176" y="2897"/>
                      <a:pt x="29560" y="2897"/>
                    </a:cubicBezTo>
                    <a:close/>
                    <a:moveTo>
                      <a:pt x="29555" y="0"/>
                    </a:moveTo>
                    <a:cubicBezTo>
                      <a:pt x="23486" y="0"/>
                      <a:pt x="17199" y="2249"/>
                      <a:pt x="12086" y="6768"/>
                    </a:cubicBezTo>
                    <a:cubicBezTo>
                      <a:pt x="1658" y="15990"/>
                      <a:pt x="0" y="31206"/>
                      <a:pt x="8395" y="40697"/>
                    </a:cubicBezTo>
                    <a:cubicBezTo>
                      <a:pt x="12668" y="45533"/>
                      <a:pt x="18740" y="47964"/>
                      <a:pt x="25046" y="47964"/>
                    </a:cubicBezTo>
                    <a:cubicBezTo>
                      <a:pt x="31115" y="47964"/>
                      <a:pt x="37403" y="45713"/>
                      <a:pt x="42516" y="41190"/>
                    </a:cubicBezTo>
                    <a:cubicBezTo>
                      <a:pt x="52944" y="31976"/>
                      <a:pt x="54602" y="16752"/>
                      <a:pt x="46207" y="7261"/>
                    </a:cubicBezTo>
                    <a:cubicBezTo>
                      <a:pt x="41933" y="2429"/>
                      <a:pt x="35862" y="0"/>
                      <a:pt x="2955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9" name="Google Shape;589;p38"/>
              <p:cNvSpPr/>
              <p:nvPr/>
            </p:nvSpPr>
            <p:spPr>
              <a:xfrm>
                <a:off x="-2130778" y="3471777"/>
                <a:ext cx="770586" cy="675215"/>
              </a:xfrm>
              <a:custGeom>
                <a:rect b="b" l="l" r="r" t="t"/>
                <a:pathLst>
                  <a:path extrusionOk="0" h="42168" w="48124">
                    <a:moveTo>
                      <a:pt x="26321" y="0"/>
                    </a:moveTo>
                    <a:cubicBezTo>
                      <a:pt x="20937" y="0"/>
                      <a:pt x="15335" y="2013"/>
                      <a:pt x="10772" y="6047"/>
                    </a:cubicBezTo>
                    <a:cubicBezTo>
                      <a:pt x="1540" y="14207"/>
                      <a:pt x="0" y="27589"/>
                      <a:pt x="7332" y="35883"/>
                    </a:cubicBezTo>
                    <a:cubicBezTo>
                      <a:pt x="11032" y="40069"/>
                      <a:pt x="16301" y="42168"/>
                      <a:pt x="21800" y="42168"/>
                    </a:cubicBezTo>
                    <a:cubicBezTo>
                      <a:pt x="27185" y="42168"/>
                      <a:pt x="32789" y="40155"/>
                      <a:pt x="37352" y="36117"/>
                    </a:cubicBezTo>
                    <a:cubicBezTo>
                      <a:pt x="46584" y="27966"/>
                      <a:pt x="48124" y="14583"/>
                      <a:pt x="40792" y="6289"/>
                    </a:cubicBezTo>
                    <a:cubicBezTo>
                      <a:pt x="37088" y="2099"/>
                      <a:pt x="31818" y="0"/>
                      <a:pt x="263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0" name="Google Shape;590;p38"/>
              <p:cNvSpPr/>
              <p:nvPr/>
            </p:nvSpPr>
            <p:spPr>
              <a:xfrm>
                <a:off x="-1537499" y="4049956"/>
                <a:ext cx="97308" cy="99326"/>
              </a:xfrm>
              <a:custGeom>
                <a:rect b="b" l="l" r="r" t="t"/>
                <a:pathLst>
                  <a:path extrusionOk="0" h="6203" w="6077">
                    <a:moveTo>
                      <a:pt x="2703" y="1"/>
                    </a:moveTo>
                    <a:lnTo>
                      <a:pt x="0" y="2395"/>
                    </a:lnTo>
                    <a:lnTo>
                      <a:pt x="3365" y="6203"/>
                    </a:lnTo>
                    <a:lnTo>
                      <a:pt x="6076" y="3809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1" name="Google Shape;591;p38"/>
              <p:cNvSpPr/>
              <p:nvPr/>
            </p:nvSpPr>
            <p:spPr>
              <a:xfrm>
                <a:off x="-1520622" y="4077033"/>
                <a:ext cx="490239" cy="439751"/>
              </a:xfrm>
              <a:custGeom>
                <a:rect b="b" l="l" r="r" t="t"/>
                <a:pathLst>
                  <a:path extrusionOk="0" h="27463" w="30616">
                    <a:moveTo>
                      <a:pt x="6930" y="1"/>
                    </a:moveTo>
                    <a:cubicBezTo>
                      <a:pt x="2829" y="3173"/>
                      <a:pt x="1" y="6554"/>
                      <a:pt x="1" y="6554"/>
                    </a:cubicBezTo>
                    <a:cubicBezTo>
                      <a:pt x="1" y="6554"/>
                      <a:pt x="14669" y="27463"/>
                      <a:pt x="22159" y="27463"/>
                    </a:cubicBezTo>
                    <a:cubicBezTo>
                      <a:pt x="22971" y="27463"/>
                      <a:pt x="23698" y="27217"/>
                      <a:pt x="24313" y="26673"/>
                    </a:cubicBezTo>
                    <a:cubicBezTo>
                      <a:pt x="30615" y="21108"/>
                      <a:pt x="6930" y="1"/>
                      <a:pt x="693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2" name="Google Shape;592;p38"/>
              <p:cNvSpPr/>
              <p:nvPr/>
            </p:nvSpPr>
            <p:spPr>
              <a:xfrm>
                <a:off x="-1481215" y="4122941"/>
                <a:ext cx="134553" cy="128180"/>
              </a:xfrm>
              <a:custGeom>
                <a:rect b="b" l="l" r="r" t="t"/>
                <a:pathLst>
                  <a:path extrusionOk="0" h="8005" w="8403">
                    <a:moveTo>
                      <a:pt x="7961" y="0"/>
                    </a:moveTo>
                    <a:cubicBezTo>
                      <a:pt x="7869" y="0"/>
                      <a:pt x="7776" y="32"/>
                      <a:pt x="7700" y="96"/>
                    </a:cubicBezTo>
                    <a:cubicBezTo>
                      <a:pt x="3775" y="3469"/>
                      <a:pt x="159" y="7327"/>
                      <a:pt x="159" y="7327"/>
                    </a:cubicBezTo>
                    <a:cubicBezTo>
                      <a:pt x="0" y="7495"/>
                      <a:pt x="9" y="7746"/>
                      <a:pt x="176" y="7896"/>
                    </a:cubicBezTo>
                    <a:cubicBezTo>
                      <a:pt x="252" y="7969"/>
                      <a:pt x="352" y="8004"/>
                      <a:pt x="451" y="8004"/>
                    </a:cubicBezTo>
                    <a:cubicBezTo>
                      <a:pt x="559" y="8004"/>
                      <a:pt x="667" y="7962"/>
                      <a:pt x="745" y="7880"/>
                    </a:cubicBezTo>
                    <a:cubicBezTo>
                      <a:pt x="745" y="7880"/>
                      <a:pt x="795" y="7821"/>
                      <a:pt x="904" y="7712"/>
                    </a:cubicBezTo>
                    <a:cubicBezTo>
                      <a:pt x="1641" y="6934"/>
                      <a:pt x="4821" y="3620"/>
                      <a:pt x="8219" y="707"/>
                    </a:cubicBezTo>
                    <a:cubicBezTo>
                      <a:pt x="8386" y="565"/>
                      <a:pt x="8403" y="314"/>
                      <a:pt x="8261" y="138"/>
                    </a:cubicBezTo>
                    <a:cubicBezTo>
                      <a:pt x="8183" y="47"/>
                      <a:pt x="8072" y="0"/>
                      <a:pt x="79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3" name="Google Shape;593;p38"/>
              <p:cNvSpPr/>
              <p:nvPr/>
            </p:nvSpPr>
            <p:spPr>
              <a:xfrm>
                <a:off x="-1945033" y="3516324"/>
                <a:ext cx="377655" cy="596514"/>
              </a:xfrm>
              <a:custGeom>
                <a:rect b="b" l="l" r="r" t="t"/>
                <a:pathLst>
                  <a:path extrusionOk="0" h="37253" w="23585">
                    <a:moveTo>
                      <a:pt x="7298" y="0"/>
                    </a:moveTo>
                    <a:cubicBezTo>
                      <a:pt x="4746" y="938"/>
                      <a:pt x="2285" y="2369"/>
                      <a:pt x="92" y="4311"/>
                    </a:cubicBezTo>
                    <a:lnTo>
                      <a:pt x="0" y="4403"/>
                    </a:lnTo>
                    <a:lnTo>
                      <a:pt x="2327" y="9324"/>
                    </a:lnTo>
                    <a:lnTo>
                      <a:pt x="12144" y="30038"/>
                    </a:lnTo>
                    <a:lnTo>
                      <a:pt x="15559" y="37252"/>
                    </a:lnTo>
                    <a:cubicBezTo>
                      <a:pt x="18362" y="36524"/>
                      <a:pt x="21107" y="35218"/>
                      <a:pt x="23585" y="33319"/>
                    </a:cubicBezTo>
                    <a:lnTo>
                      <a:pt x="20496" y="27000"/>
                    </a:lnTo>
                    <a:lnTo>
                      <a:pt x="11541" y="8688"/>
                    </a:lnTo>
                    <a:lnTo>
                      <a:pt x="729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94" name="Google Shape;594;p38"/>
          <p:cNvGrpSpPr/>
          <p:nvPr/>
        </p:nvGrpSpPr>
        <p:grpSpPr>
          <a:xfrm rot="-595244">
            <a:off x="-203810" y="1931186"/>
            <a:ext cx="1237234" cy="1281114"/>
            <a:chOff x="970736" y="3771472"/>
            <a:chExt cx="879000" cy="910175"/>
          </a:xfrm>
        </p:grpSpPr>
        <p:grpSp>
          <p:nvGrpSpPr>
            <p:cNvPr id="595" name="Google Shape;595;p38"/>
            <p:cNvGrpSpPr/>
            <p:nvPr/>
          </p:nvGrpSpPr>
          <p:grpSpPr>
            <a:xfrm>
              <a:off x="970736" y="3771472"/>
              <a:ext cx="879000" cy="910175"/>
              <a:chOff x="422475" y="1527756"/>
              <a:chExt cx="879000" cy="910175"/>
            </a:xfrm>
          </p:grpSpPr>
          <p:grpSp>
            <p:nvGrpSpPr>
              <p:cNvPr id="596" name="Google Shape;596;p38"/>
              <p:cNvGrpSpPr/>
              <p:nvPr/>
            </p:nvGrpSpPr>
            <p:grpSpPr>
              <a:xfrm>
                <a:off x="422475" y="1527756"/>
                <a:ext cx="879000" cy="910175"/>
                <a:chOff x="422475" y="938850"/>
                <a:chExt cx="879000" cy="910175"/>
              </a:xfrm>
            </p:grpSpPr>
            <p:sp>
              <p:nvSpPr>
                <p:cNvPr id="597" name="Google Shape;597;p38"/>
                <p:cNvSpPr/>
                <p:nvPr/>
              </p:nvSpPr>
              <p:spPr>
                <a:xfrm>
                  <a:off x="422475" y="938850"/>
                  <a:ext cx="879000" cy="710700"/>
                </a:xfrm>
                <a:prstGeom prst="roundRect">
                  <a:avLst>
                    <a:gd fmla="val 19815" name="adj"/>
                  </a:avLst>
                </a:prstGeom>
                <a:solidFill>
                  <a:schemeClr val="accent5"/>
                </a:solidFill>
                <a:ln cap="flat" cmpd="sng" w="152400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rgbClr val="000000">
                      <a:alpha val="50000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8" name="Google Shape;598;p38"/>
                <p:cNvSpPr/>
                <p:nvPr/>
              </p:nvSpPr>
              <p:spPr>
                <a:xfrm flipH="1" rot="10800000">
                  <a:off x="589350" y="1600925"/>
                  <a:ext cx="248100" cy="248100"/>
                </a:xfrm>
                <a:prstGeom prst="rtTriangle">
                  <a:avLst/>
                </a:prstGeom>
                <a:solidFill>
                  <a:schemeClr val="accent5"/>
                </a:solidFill>
                <a:ln cap="flat" cmpd="sng" w="152400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7150" rotWithShape="0" algn="bl" dir="5400000" dist="19050">
                    <a:srgbClr val="000000">
                      <a:alpha val="50000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99" name="Google Shape;599;p38"/>
              <p:cNvGrpSpPr/>
              <p:nvPr/>
            </p:nvGrpSpPr>
            <p:grpSpPr>
              <a:xfrm>
                <a:off x="422475" y="1527756"/>
                <a:ext cx="879000" cy="910175"/>
                <a:chOff x="422475" y="938850"/>
                <a:chExt cx="879000" cy="910175"/>
              </a:xfrm>
            </p:grpSpPr>
            <p:sp>
              <p:nvSpPr>
                <p:cNvPr id="600" name="Google Shape;600;p38"/>
                <p:cNvSpPr/>
                <p:nvPr/>
              </p:nvSpPr>
              <p:spPr>
                <a:xfrm>
                  <a:off x="422475" y="938850"/>
                  <a:ext cx="879000" cy="710700"/>
                </a:xfrm>
                <a:prstGeom prst="roundRect">
                  <a:avLst>
                    <a:gd fmla="val 19815" name="adj"/>
                  </a:avLst>
                </a:prstGeom>
                <a:solidFill>
                  <a:schemeClr val="dk2"/>
                </a:solidFill>
                <a:ln>
                  <a:noFill/>
                </a:ln>
                <a:effectLst>
                  <a:outerShdw blurRad="57150" rotWithShape="0" algn="bl" dir="5400000" dist="19050">
                    <a:srgbClr val="000000">
                      <a:alpha val="50000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1" name="Google Shape;601;p38"/>
                <p:cNvSpPr/>
                <p:nvPr/>
              </p:nvSpPr>
              <p:spPr>
                <a:xfrm flipH="1" rot="10800000">
                  <a:off x="589350" y="1600925"/>
                  <a:ext cx="248100" cy="248100"/>
                </a:xfrm>
                <a:prstGeom prst="rtTriangle">
                  <a:avLst/>
                </a:prstGeom>
                <a:solidFill>
                  <a:schemeClr val="dk2"/>
                </a:solidFill>
                <a:ln>
                  <a:noFill/>
                </a:ln>
                <a:effectLst>
                  <a:outerShdw blurRad="57150" rotWithShape="0" algn="bl" dir="5400000" dist="19050">
                    <a:srgbClr val="000000">
                      <a:alpha val="50000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602" name="Google Shape;602;p38"/>
            <p:cNvGrpSpPr/>
            <p:nvPr/>
          </p:nvGrpSpPr>
          <p:grpSpPr>
            <a:xfrm>
              <a:off x="1135886" y="4087719"/>
              <a:ext cx="548677" cy="109803"/>
              <a:chOff x="4549450" y="3462800"/>
              <a:chExt cx="652100" cy="130500"/>
            </a:xfrm>
          </p:grpSpPr>
          <p:sp>
            <p:nvSpPr>
              <p:cNvPr id="603" name="Google Shape;603;p38"/>
              <p:cNvSpPr/>
              <p:nvPr/>
            </p:nvSpPr>
            <p:spPr>
              <a:xfrm>
                <a:off x="4549450" y="3462800"/>
                <a:ext cx="130500" cy="130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4" name="Google Shape;604;p38"/>
              <p:cNvSpPr/>
              <p:nvPr/>
            </p:nvSpPr>
            <p:spPr>
              <a:xfrm>
                <a:off x="4810250" y="3462800"/>
                <a:ext cx="130500" cy="130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5" name="Google Shape;605;p38"/>
              <p:cNvSpPr/>
              <p:nvPr/>
            </p:nvSpPr>
            <p:spPr>
              <a:xfrm>
                <a:off x="5071050" y="3462800"/>
                <a:ext cx="130500" cy="130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nspiracy Theories and Critical Thinking Workshop by Slidesgo">
  <a:themeElements>
    <a:clrScheme name="Simple Light">
      <a:dk1>
        <a:srgbClr val="F2F2F2"/>
      </a:dk1>
      <a:lt1>
        <a:srgbClr val="1B1F24"/>
      </a:lt1>
      <a:dk2>
        <a:srgbClr val="00C39A"/>
      </a:dk2>
      <a:lt2>
        <a:srgbClr val="4FA2FF"/>
      </a:lt2>
      <a:accent1>
        <a:srgbClr val="C89AFE"/>
      </a:accent1>
      <a:accent2>
        <a:srgbClr val="FDC799"/>
      </a:accent2>
      <a:accent3>
        <a:srgbClr val="FFD155"/>
      </a:accent3>
      <a:accent4>
        <a:srgbClr val="F8FD99"/>
      </a:accent4>
      <a:accent5>
        <a:srgbClr val="FFFFFF"/>
      </a:accent5>
      <a:accent6>
        <a:srgbClr val="FFFFFF"/>
      </a:accent6>
      <a:hlink>
        <a:srgbClr val="F2F2F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